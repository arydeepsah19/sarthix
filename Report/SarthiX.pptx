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1" r:id="rId6"/>
    <p:sldId id="265" r:id="rId7"/>
    <p:sldId id="270" r:id="rId8"/>
    <p:sldId id="271" r:id="rId9"/>
    <p:sldId id="272" r:id="rId10"/>
    <p:sldId id="266" r:id="rId11"/>
    <p:sldId id="267" r:id="rId12"/>
    <p:sldId id="268" r:id="rId13"/>
    <p:sldId id="269" r:id="rId14"/>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19"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Arial"/>
              </a:rPr>
              <a:t>Click to move the slide</a:t>
            </a:r>
          </a:p>
        </p:txBody>
      </p:sp>
      <p:sp>
        <p:nvSpPr>
          <p:cNvPr id="220"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221"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222"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223"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224"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CD60251-23E1-4B86-81C2-7A671137C226}"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PlaceHolder 1"/>
          <p:cNvSpPr>
            <a:spLocks noGrp="1" noRot="1" noChangeAspect="1"/>
          </p:cNvSpPr>
          <p:nvPr>
            <p:ph type="sldImg"/>
          </p:nvPr>
        </p:nvSpPr>
        <p:spPr>
          <a:xfrm>
            <a:off x="1374775" y="1336675"/>
            <a:ext cx="4810125" cy="3608388"/>
          </a:xfrm>
          <a:prstGeom prst="rect">
            <a:avLst/>
          </a:prstGeom>
          <a:ln w="0">
            <a:noFill/>
          </a:ln>
        </p:spPr>
      </p:sp>
      <p:sp>
        <p:nvSpPr>
          <p:cNvPr id="250" name="PlaceHolder 2"/>
          <p:cNvSpPr>
            <a:spLocks noGrp="1"/>
          </p:cNvSpPr>
          <p:nvPr>
            <p:ph type="body"/>
          </p:nvPr>
        </p:nvSpPr>
        <p:spPr>
          <a:xfrm>
            <a:off x="755640" y="5145120"/>
            <a:ext cx="6048000" cy="420984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51" name="PlaceHolder 3"/>
          <p:cNvSpPr>
            <a:spLocks noGrp="1"/>
          </p:cNvSpPr>
          <p:nvPr>
            <p:ph type="sldNum" idx="4"/>
          </p:nvPr>
        </p:nvSpPr>
        <p:spPr>
          <a:xfrm>
            <a:off x="4281480" y="10155240"/>
            <a:ext cx="3276360" cy="53604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3807172-DF9D-4D5C-9A0A-DEE7941D288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
        <p:nvSpPr>
          <p:cNvPr id="252" name="PlaceHolder 4"/>
          <p:cNvSpPr>
            <a:spLocks noGrp="1"/>
          </p:cNvSpPr>
          <p:nvPr>
            <p:ph type="ftr" idx="5"/>
          </p:nvPr>
        </p:nvSpPr>
        <p:spPr>
          <a:xfrm>
            <a:off x="0" y="10155240"/>
            <a:ext cx="3276360" cy="536040"/>
          </a:xfrm>
          <a:prstGeom prst="rect">
            <a:avLst/>
          </a:prstGeom>
          <a:noFill/>
          <a:ln w="0">
            <a:noFill/>
          </a:ln>
        </p:spPr>
        <p:txBody>
          <a:bodyPr lIns="91440" tIns="45720" rIns="91440" bIns="45720" anchor="b">
            <a:noAutofit/>
          </a:bodyPr>
          <a:lstStyle>
            <a:lvl1pPr indent="0">
              <a:lnSpc>
                <a:spcPct val="100000"/>
              </a:lnSpc>
              <a:buNone/>
              <a:defRPr lang="en-US" sz="1200" b="0" u="none" strike="noStrike">
                <a:solidFill>
                  <a:srgbClr val="000000"/>
                </a:solidFill>
                <a:effectLst/>
                <a:uFillTx/>
                <a:latin typeface="Times New Roman"/>
              </a:defRPr>
            </a:lvl1pPr>
          </a:lstStyle>
          <a:p>
            <a:pPr indent="0">
              <a:lnSpc>
                <a:spcPct val="100000"/>
              </a:lnSpc>
              <a:buNone/>
            </a:pPr>
            <a:r>
              <a:rPr lang="en-US" sz="1200" b="0" u="none" strike="noStrike">
                <a:solidFill>
                  <a:srgbClr val="000000"/>
                </a:solidFill>
                <a:effectLst/>
                <a:uFillTx/>
                <a:latin typeface="Times New Roman"/>
              </a:rPr>
              <a:t>Name of the faculty [Group: G00] [Sem:2nd]</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bg>
      <p:bgPr>
        <a:solidFill>
          <a:srgbClr val="FFFFFF"/>
        </a:solidFill>
        <a:effectLst/>
      </p:bgPr>
    </p:bg>
    <p:spTree>
      <p:nvGrpSpPr>
        <p:cNvPr id="1" name=""/>
        <p:cNvGrpSpPr/>
        <p:nvPr/>
      </p:nvGrpSpPr>
      <p:grpSpPr>
        <a:xfrm>
          <a:off x="0" y="0"/>
          <a:ext cx="0" cy="0"/>
          <a:chOff x="0" y="0"/>
          <a:chExt cx="0" cy="0"/>
        </a:xfrm>
      </p:grpSpPr>
      <p:sp>
        <p:nvSpPr>
          <p:cNvPr id="2"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4"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5"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6" name="Group 3"/>
          <p:cNvGrpSpPr/>
          <p:nvPr/>
        </p:nvGrpSpPr>
        <p:grpSpPr>
          <a:xfrm>
            <a:off x="6146640" y="0"/>
            <a:ext cx="2996640" cy="875520"/>
            <a:chOff x="6146640" y="0"/>
            <a:chExt cx="2996640" cy="875520"/>
          </a:xfrm>
        </p:grpSpPr>
        <p:sp>
          <p:nvSpPr>
            <p:cNvPr id="7"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8" name="Picture 9" descr="LOGO.gif"/>
            <p:cNvPicPr/>
            <p:nvPr/>
          </p:nvPicPr>
          <p:blipFill>
            <a:blip r:embed="rId2"/>
            <a:srcRect b="10729"/>
            <a:stretch/>
          </p:blipFill>
          <p:spPr>
            <a:xfrm>
              <a:off x="6553080" y="228600"/>
              <a:ext cx="2056680" cy="634320"/>
            </a:xfrm>
            <a:prstGeom prst="rect">
              <a:avLst/>
            </a:prstGeom>
            <a:noFill/>
            <a:ln w="9360">
              <a:noFill/>
            </a:ln>
          </p:spPr>
        </p:pic>
        <p:sp>
          <p:nvSpPr>
            <p:cNvPr id="9"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0" name="Picture 15" descr="logo.jpg"/>
          <p:cNvPicPr/>
          <p:nvPr/>
        </p:nvPicPr>
        <p:blipFill>
          <a:blip r:embed="rId3"/>
          <a:stretch/>
        </p:blipFill>
        <p:spPr>
          <a:xfrm>
            <a:off x="6553080" y="228600"/>
            <a:ext cx="1920240" cy="608760"/>
          </a:xfrm>
          <a:prstGeom prst="rect">
            <a:avLst/>
          </a:prstGeom>
          <a:noFill/>
          <a:ln w="9360">
            <a:noFill/>
          </a:ln>
        </p:spPr>
      </p:pic>
      <p:pic>
        <p:nvPicPr>
          <p:cNvPr id="11"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2" name="Group 6"/>
          <p:cNvGrpSpPr/>
          <p:nvPr/>
        </p:nvGrpSpPr>
        <p:grpSpPr>
          <a:xfrm>
            <a:off x="6146640" y="0"/>
            <a:ext cx="2996640" cy="875520"/>
            <a:chOff x="6146640" y="0"/>
            <a:chExt cx="2996640" cy="875520"/>
          </a:xfrm>
        </p:grpSpPr>
        <p:sp>
          <p:nvSpPr>
            <p:cNvPr id="13"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4" name="Picture 9" descr="LOGO.gif"/>
            <p:cNvPicPr/>
            <p:nvPr/>
          </p:nvPicPr>
          <p:blipFill>
            <a:blip r:embed="rId2"/>
            <a:srcRect b="10729"/>
            <a:stretch/>
          </p:blipFill>
          <p:spPr>
            <a:xfrm>
              <a:off x="6553080" y="228600"/>
              <a:ext cx="2056680" cy="634320"/>
            </a:xfrm>
            <a:prstGeom prst="rect">
              <a:avLst/>
            </a:prstGeom>
            <a:noFill/>
            <a:ln w="9360">
              <a:noFill/>
            </a:ln>
          </p:spPr>
        </p:pic>
        <p:sp>
          <p:nvSpPr>
            <p:cNvPr id="15"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6" name="Picture 15" descr="logo.jpg"/>
          <p:cNvPicPr/>
          <p:nvPr/>
        </p:nvPicPr>
        <p:blipFill>
          <a:blip r:embed="rId3"/>
          <a:stretch/>
        </p:blipFill>
        <p:spPr>
          <a:xfrm>
            <a:off x="6553080" y="228600"/>
            <a:ext cx="1920240" cy="608760"/>
          </a:xfrm>
          <a:prstGeom prst="rect">
            <a:avLst/>
          </a:prstGeom>
          <a:noFill/>
          <a:ln w="9360">
            <a:noFill/>
          </a:ln>
        </p:spPr>
      </p:pic>
      <p:sp>
        <p:nvSpPr>
          <p:cNvPr id="17"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Arial"/>
              </a:rPr>
              <a:t>Click to edit the title text format</a:t>
            </a:r>
          </a:p>
        </p:txBody>
      </p:sp>
      <p:sp>
        <p:nvSpPr>
          <p:cNvPr id="18"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OverTx" preserve="1">
  <p:cSld name="Title, Content over Content">
    <p:bg>
      <p:bgPr>
        <a:solidFill>
          <a:srgbClr val="FFFFFF"/>
        </a:solidFill>
        <a:effectLst/>
      </p:bgPr>
    </p:bg>
    <p:spTree>
      <p:nvGrpSpPr>
        <p:cNvPr id="1" name=""/>
        <p:cNvGrpSpPr/>
        <p:nvPr/>
      </p:nvGrpSpPr>
      <p:grpSpPr>
        <a:xfrm>
          <a:off x="0" y="0"/>
          <a:ext cx="0" cy="0"/>
          <a:chOff x="0" y="0"/>
          <a:chExt cx="0" cy="0"/>
        </a:xfrm>
      </p:grpSpPr>
      <p:sp>
        <p:nvSpPr>
          <p:cNvPr id="19"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0"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21"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22"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23" name="Group 3"/>
          <p:cNvGrpSpPr/>
          <p:nvPr/>
        </p:nvGrpSpPr>
        <p:grpSpPr>
          <a:xfrm>
            <a:off x="6146640" y="0"/>
            <a:ext cx="2996640" cy="875520"/>
            <a:chOff x="6146640" y="0"/>
            <a:chExt cx="2996640" cy="875520"/>
          </a:xfrm>
        </p:grpSpPr>
        <p:sp>
          <p:nvSpPr>
            <p:cNvPr id="24"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25" name="Picture 9" descr="LOGO.gif"/>
            <p:cNvPicPr/>
            <p:nvPr/>
          </p:nvPicPr>
          <p:blipFill>
            <a:blip r:embed="rId2"/>
            <a:srcRect b="10729"/>
            <a:stretch/>
          </p:blipFill>
          <p:spPr>
            <a:xfrm>
              <a:off x="6553080" y="228600"/>
              <a:ext cx="2056680" cy="634320"/>
            </a:xfrm>
            <a:prstGeom prst="rect">
              <a:avLst/>
            </a:prstGeom>
            <a:noFill/>
            <a:ln w="9360">
              <a:noFill/>
            </a:ln>
          </p:spPr>
        </p:pic>
        <p:sp>
          <p:nvSpPr>
            <p:cNvPr id="26"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27" name="Picture 15" descr="logo.jpg"/>
          <p:cNvPicPr/>
          <p:nvPr/>
        </p:nvPicPr>
        <p:blipFill>
          <a:blip r:embed="rId3"/>
          <a:stretch/>
        </p:blipFill>
        <p:spPr>
          <a:xfrm>
            <a:off x="6553080" y="228600"/>
            <a:ext cx="1920240" cy="608760"/>
          </a:xfrm>
          <a:prstGeom prst="rect">
            <a:avLst/>
          </a:prstGeom>
          <a:noFill/>
          <a:ln w="9360">
            <a:noFill/>
          </a:ln>
        </p:spPr>
      </p:pic>
      <p:pic>
        <p:nvPicPr>
          <p:cNvPr id="28"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29" name="Group 6"/>
          <p:cNvGrpSpPr/>
          <p:nvPr/>
        </p:nvGrpSpPr>
        <p:grpSpPr>
          <a:xfrm>
            <a:off x="6146640" y="0"/>
            <a:ext cx="2996640" cy="875520"/>
            <a:chOff x="6146640" y="0"/>
            <a:chExt cx="2996640" cy="875520"/>
          </a:xfrm>
        </p:grpSpPr>
        <p:sp>
          <p:nvSpPr>
            <p:cNvPr id="30"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31" name="Picture 9" descr="LOGO.gif"/>
            <p:cNvPicPr/>
            <p:nvPr/>
          </p:nvPicPr>
          <p:blipFill>
            <a:blip r:embed="rId2"/>
            <a:srcRect b="10729"/>
            <a:stretch/>
          </p:blipFill>
          <p:spPr>
            <a:xfrm>
              <a:off x="6553080" y="228600"/>
              <a:ext cx="2056680" cy="634320"/>
            </a:xfrm>
            <a:prstGeom prst="rect">
              <a:avLst/>
            </a:prstGeom>
            <a:noFill/>
            <a:ln w="9360">
              <a:noFill/>
            </a:ln>
          </p:spPr>
        </p:pic>
        <p:sp>
          <p:nvSpPr>
            <p:cNvPr id="32"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33" name="Picture 15" descr="logo.jpg"/>
          <p:cNvPicPr/>
          <p:nvPr/>
        </p:nvPicPr>
        <p:blipFill>
          <a:blip r:embed="rId3"/>
          <a:stretch/>
        </p:blipFill>
        <p:spPr>
          <a:xfrm>
            <a:off x="6553080" y="228600"/>
            <a:ext cx="1920240" cy="608760"/>
          </a:xfrm>
          <a:prstGeom prst="rect">
            <a:avLst/>
          </a:prstGeom>
          <a:noFill/>
          <a:ln w="9360">
            <a:noFill/>
          </a:ln>
        </p:spPr>
      </p:pic>
      <p:sp>
        <p:nvSpPr>
          <p:cNvPr id="34"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35" name="PlaceHolder 2"/>
          <p:cNvSpPr>
            <a:spLocks noGrp="1"/>
          </p:cNvSpPr>
          <p:nvPr>
            <p:ph type="body"/>
          </p:nvPr>
        </p:nvSpPr>
        <p:spPr>
          <a:xfrm>
            <a:off x="457200" y="1604520"/>
            <a:ext cx="8228880" cy="1896480"/>
          </a:xfrm>
          <a:prstGeom prst="rect">
            <a:avLst/>
          </a:prstGeom>
          <a:noFill/>
          <a:ln w="0">
            <a:noFill/>
          </a:ln>
        </p:spPr>
        <p:txBody>
          <a:bodyPr lIns="0" tIns="0" rIns="0" bIns="0" anchor="t">
            <a:normAutofit fontScale="70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36" name="PlaceHolder 3"/>
          <p:cNvSpPr>
            <a:spLocks noGrp="1"/>
          </p:cNvSpPr>
          <p:nvPr>
            <p:ph type="body"/>
          </p:nvPr>
        </p:nvSpPr>
        <p:spPr>
          <a:xfrm>
            <a:off x="457200" y="3682080"/>
            <a:ext cx="8228880" cy="1896480"/>
          </a:xfrm>
          <a:prstGeom prst="rect">
            <a:avLst/>
          </a:prstGeom>
          <a:noFill/>
          <a:ln w="0">
            <a:noFill/>
          </a:ln>
        </p:spPr>
        <p:txBody>
          <a:bodyPr lIns="0" tIns="0" rIns="0" bIns="0" anchor="t">
            <a:normAutofit fontScale="70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fourObj" preserve="1">
  <p:cSld name="Title, 4 Content">
    <p:bg>
      <p:bgPr>
        <a:solidFill>
          <a:srgbClr val="FFFFFF"/>
        </a:solidFill>
        <a:effectLst/>
      </p:bgPr>
    </p:bg>
    <p:spTree>
      <p:nvGrpSpPr>
        <p:cNvPr id="1" name=""/>
        <p:cNvGrpSpPr/>
        <p:nvPr/>
      </p:nvGrpSpPr>
      <p:grpSpPr>
        <a:xfrm>
          <a:off x="0" y="0"/>
          <a:ext cx="0" cy="0"/>
          <a:chOff x="0" y="0"/>
          <a:chExt cx="0" cy="0"/>
        </a:xfrm>
      </p:grpSpPr>
      <p:sp>
        <p:nvSpPr>
          <p:cNvPr id="37"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39"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40"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41" name="Group 3"/>
          <p:cNvGrpSpPr/>
          <p:nvPr/>
        </p:nvGrpSpPr>
        <p:grpSpPr>
          <a:xfrm>
            <a:off x="6146640" y="0"/>
            <a:ext cx="2996640" cy="875520"/>
            <a:chOff x="6146640" y="0"/>
            <a:chExt cx="2996640" cy="875520"/>
          </a:xfrm>
        </p:grpSpPr>
        <p:sp>
          <p:nvSpPr>
            <p:cNvPr id="42"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43" name="Picture 9" descr="LOGO.gif"/>
            <p:cNvPicPr/>
            <p:nvPr/>
          </p:nvPicPr>
          <p:blipFill>
            <a:blip r:embed="rId2"/>
            <a:srcRect b="10729"/>
            <a:stretch/>
          </p:blipFill>
          <p:spPr>
            <a:xfrm>
              <a:off x="6553080" y="228600"/>
              <a:ext cx="2056680" cy="634320"/>
            </a:xfrm>
            <a:prstGeom prst="rect">
              <a:avLst/>
            </a:prstGeom>
            <a:noFill/>
            <a:ln w="9360">
              <a:noFill/>
            </a:ln>
          </p:spPr>
        </p:pic>
        <p:sp>
          <p:nvSpPr>
            <p:cNvPr id="44"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45" name="Picture 15" descr="logo.jpg"/>
          <p:cNvPicPr/>
          <p:nvPr/>
        </p:nvPicPr>
        <p:blipFill>
          <a:blip r:embed="rId3"/>
          <a:stretch/>
        </p:blipFill>
        <p:spPr>
          <a:xfrm>
            <a:off x="6553080" y="228600"/>
            <a:ext cx="1920240" cy="608760"/>
          </a:xfrm>
          <a:prstGeom prst="rect">
            <a:avLst/>
          </a:prstGeom>
          <a:noFill/>
          <a:ln w="9360">
            <a:noFill/>
          </a:ln>
        </p:spPr>
      </p:pic>
      <p:pic>
        <p:nvPicPr>
          <p:cNvPr id="46"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47" name="Group 6"/>
          <p:cNvGrpSpPr/>
          <p:nvPr/>
        </p:nvGrpSpPr>
        <p:grpSpPr>
          <a:xfrm>
            <a:off x="6146640" y="0"/>
            <a:ext cx="2996640" cy="875520"/>
            <a:chOff x="6146640" y="0"/>
            <a:chExt cx="2996640" cy="875520"/>
          </a:xfrm>
        </p:grpSpPr>
        <p:sp>
          <p:nvSpPr>
            <p:cNvPr id="48"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49" name="Picture 9" descr="LOGO.gif"/>
            <p:cNvPicPr/>
            <p:nvPr/>
          </p:nvPicPr>
          <p:blipFill>
            <a:blip r:embed="rId2"/>
            <a:srcRect b="10729"/>
            <a:stretch/>
          </p:blipFill>
          <p:spPr>
            <a:xfrm>
              <a:off x="6553080" y="228600"/>
              <a:ext cx="2056680" cy="634320"/>
            </a:xfrm>
            <a:prstGeom prst="rect">
              <a:avLst/>
            </a:prstGeom>
            <a:noFill/>
            <a:ln w="9360">
              <a:noFill/>
            </a:ln>
          </p:spPr>
        </p:pic>
        <p:sp>
          <p:nvSpPr>
            <p:cNvPr id="50"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51" name="Picture 15" descr="logo.jpg"/>
          <p:cNvPicPr/>
          <p:nvPr/>
        </p:nvPicPr>
        <p:blipFill>
          <a:blip r:embed="rId3"/>
          <a:stretch/>
        </p:blipFill>
        <p:spPr>
          <a:xfrm>
            <a:off x="6553080" y="228600"/>
            <a:ext cx="1920240" cy="608760"/>
          </a:xfrm>
          <a:prstGeom prst="rect">
            <a:avLst/>
          </a:prstGeom>
          <a:noFill/>
          <a:ln w="9360">
            <a:noFill/>
          </a:ln>
        </p:spPr>
      </p:pic>
      <p:sp>
        <p:nvSpPr>
          <p:cNvPr id="52"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53" name="PlaceHolder 2"/>
          <p:cNvSpPr>
            <a:spLocks noGrp="1"/>
          </p:cNvSpPr>
          <p:nvPr>
            <p:ph type="body"/>
          </p:nvPr>
        </p:nvSpPr>
        <p:spPr>
          <a:xfrm>
            <a:off x="45720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54" name="PlaceHolder 3"/>
          <p:cNvSpPr>
            <a:spLocks noGrp="1"/>
          </p:cNvSpPr>
          <p:nvPr>
            <p:ph type="body"/>
          </p:nvPr>
        </p:nvSpPr>
        <p:spPr>
          <a:xfrm>
            <a:off x="467424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55" name="PlaceHolder 4"/>
          <p:cNvSpPr>
            <a:spLocks noGrp="1"/>
          </p:cNvSpPr>
          <p:nvPr>
            <p:ph type="body"/>
          </p:nvPr>
        </p:nvSpPr>
        <p:spPr>
          <a:xfrm>
            <a:off x="457200" y="368208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56" name="PlaceHolder 5"/>
          <p:cNvSpPr>
            <a:spLocks noGrp="1"/>
          </p:cNvSpPr>
          <p:nvPr>
            <p:ph type="body"/>
          </p:nvPr>
        </p:nvSpPr>
        <p:spPr>
          <a:xfrm>
            <a:off x="4674240" y="368208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Title, 6 Content">
    <p:bg>
      <p:bgPr>
        <a:solidFill>
          <a:srgbClr val="FFFFFF"/>
        </a:solidFill>
        <a:effectLst/>
      </p:bgPr>
    </p:bg>
    <p:spTree>
      <p:nvGrpSpPr>
        <p:cNvPr id="1" name=""/>
        <p:cNvGrpSpPr/>
        <p:nvPr/>
      </p:nvGrpSpPr>
      <p:grpSpPr>
        <a:xfrm>
          <a:off x="0" y="0"/>
          <a:ext cx="0" cy="0"/>
          <a:chOff x="0" y="0"/>
          <a:chExt cx="0" cy="0"/>
        </a:xfrm>
      </p:grpSpPr>
      <p:sp>
        <p:nvSpPr>
          <p:cNvPr id="57"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8"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59"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60"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61" name="Group 3"/>
          <p:cNvGrpSpPr/>
          <p:nvPr/>
        </p:nvGrpSpPr>
        <p:grpSpPr>
          <a:xfrm>
            <a:off x="6146640" y="0"/>
            <a:ext cx="2996640" cy="875520"/>
            <a:chOff x="6146640" y="0"/>
            <a:chExt cx="2996640" cy="875520"/>
          </a:xfrm>
        </p:grpSpPr>
        <p:sp>
          <p:nvSpPr>
            <p:cNvPr id="62"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63" name="Picture 9" descr="LOGO.gif"/>
            <p:cNvPicPr/>
            <p:nvPr/>
          </p:nvPicPr>
          <p:blipFill>
            <a:blip r:embed="rId2"/>
            <a:srcRect b="10729"/>
            <a:stretch/>
          </p:blipFill>
          <p:spPr>
            <a:xfrm>
              <a:off x="6553080" y="228600"/>
              <a:ext cx="2056680" cy="634320"/>
            </a:xfrm>
            <a:prstGeom prst="rect">
              <a:avLst/>
            </a:prstGeom>
            <a:noFill/>
            <a:ln w="9360">
              <a:noFill/>
            </a:ln>
          </p:spPr>
        </p:pic>
        <p:sp>
          <p:nvSpPr>
            <p:cNvPr id="64"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65" name="Picture 15" descr="logo.jpg"/>
          <p:cNvPicPr/>
          <p:nvPr/>
        </p:nvPicPr>
        <p:blipFill>
          <a:blip r:embed="rId3"/>
          <a:stretch/>
        </p:blipFill>
        <p:spPr>
          <a:xfrm>
            <a:off x="6553080" y="228600"/>
            <a:ext cx="1920240" cy="608760"/>
          </a:xfrm>
          <a:prstGeom prst="rect">
            <a:avLst/>
          </a:prstGeom>
          <a:noFill/>
          <a:ln w="9360">
            <a:noFill/>
          </a:ln>
        </p:spPr>
      </p:pic>
      <p:pic>
        <p:nvPicPr>
          <p:cNvPr id="66"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67" name="Group 6"/>
          <p:cNvGrpSpPr/>
          <p:nvPr/>
        </p:nvGrpSpPr>
        <p:grpSpPr>
          <a:xfrm>
            <a:off x="6146640" y="0"/>
            <a:ext cx="2996640" cy="875520"/>
            <a:chOff x="6146640" y="0"/>
            <a:chExt cx="2996640" cy="875520"/>
          </a:xfrm>
        </p:grpSpPr>
        <p:sp>
          <p:nvSpPr>
            <p:cNvPr id="68"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69" name="Picture 9" descr="LOGO.gif"/>
            <p:cNvPicPr/>
            <p:nvPr/>
          </p:nvPicPr>
          <p:blipFill>
            <a:blip r:embed="rId2"/>
            <a:srcRect b="10729"/>
            <a:stretch/>
          </p:blipFill>
          <p:spPr>
            <a:xfrm>
              <a:off x="6553080" y="228600"/>
              <a:ext cx="2056680" cy="634320"/>
            </a:xfrm>
            <a:prstGeom prst="rect">
              <a:avLst/>
            </a:prstGeom>
            <a:noFill/>
            <a:ln w="9360">
              <a:noFill/>
            </a:ln>
          </p:spPr>
        </p:pic>
        <p:sp>
          <p:nvSpPr>
            <p:cNvPr id="70"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71" name="Picture 15" descr="logo.jpg"/>
          <p:cNvPicPr/>
          <p:nvPr/>
        </p:nvPicPr>
        <p:blipFill>
          <a:blip r:embed="rId3"/>
          <a:stretch/>
        </p:blipFill>
        <p:spPr>
          <a:xfrm>
            <a:off x="6553080" y="228600"/>
            <a:ext cx="1920240" cy="608760"/>
          </a:xfrm>
          <a:prstGeom prst="rect">
            <a:avLst/>
          </a:prstGeom>
          <a:noFill/>
          <a:ln w="9360">
            <a:noFill/>
          </a:ln>
        </p:spPr>
      </p:pic>
      <p:sp>
        <p:nvSpPr>
          <p:cNvPr id="72"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73" name="PlaceHolder 2"/>
          <p:cNvSpPr>
            <a:spLocks noGrp="1"/>
          </p:cNvSpPr>
          <p:nvPr>
            <p:ph type="body"/>
          </p:nvPr>
        </p:nvSpPr>
        <p:spPr>
          <a:xfrm>
            <a:off x="457200" y="160452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74" name="PlaceHolder 3"/>
          <p:cNvSpPr>
            <a:spLocks noGrp="1"/>
          </p:cNvSpPr>
          <p:nvPr>
            <p:ph type="body"/>
          </p:nvPr>
        </p:nvSpPr>
        <p:spPr>
          <a:xfrm>
            <a:off x="3239640" y="160452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75" name="PlaceHolder 4"/>
          <p:cNvSpPr>
            <a:spLocks noGrp="1"/>
          </p:cNvSpPr>
          <p:nvPr>
            <p:ph type="body"/>
          </p:nvPr>
        </p:nvSpPr>
        <p:spPr>
          <a:xfrm>
            <a:off x="6022080" y="160452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76" name="PlaceHolder 5"/>
          <p:cNvSpPr>
            <a:spLocks noGrp="1"/>
          </p:cNvSpPr>
          <p:nvPr>
            <p:ph type="body"/>
          </p:nvPr>
        </p:nvSpPr>
        <p:spPr>
          <a:xfrm>
            <a:off x="457200" y="368208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77" name="PlaceHolder 6"/>
          <p:cNvSpPr>
            <a:spLocks noGrp="1"/>
          </p:cNvSpPr>
          <p:nvPr>
            <p:ph type="body"/>
          </p:nvPr>
        </p:nvSpPr>
        <p:spPr>
          <a:xfrm>
            <a:off x="3239640" y="368208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78" name="PlaceHolder 7"/>
          <p:cNvSpPr>
            <a:spLocks noGrp="1"/>
          </p:cNvSpPr>
          <p:nvPr>
            <p:ph type="body"/>
          </p:nvPr>
        </p:nvSpPr>
        <p:spPr>
          <a:xfrm>
            <a:off x="6022080" y="368208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Title Slide">
    <p:bg>
      <p:bgPr>
        <a:solidFill>
          <a:srgbClr val="FFFFFF"/>
        </a:solidFill>
        <a:effectLst/>
      </p:bgPr>
    </p:bg>
    <p:spTree>
      <p:nvGrpSpPr>
        <p:cNvPr id="1" name=""/>
        <p:cNvGrpSpPr/>
        <p:nvPr/>
      </p:nvGrpSpPr>
      <p:grpSpPr>
        <a:xfrm>
          <a:off x="0" y="0"/>
          <a:ext cx="0" cy="0"/>
          <a:chOff x="0" y="0"/>
          <a:chExt cx="0" cy="0"/>
        </a:xfrm>
      </p:grpSpPr>
      <p:sp>
        <p:nvSpPr>
          <p:cNvPr id="79"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0"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81"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82"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83" name="Group 3"/>
          <p:cNvGrpSpPr/>
          <p:nvPr/>
        </p:nvGrpSpPr>
        <p:grpSpPr>
          <a:xfrm>
            <a:off x="6146640" y="0"/>
            <a:ext cx="2996640" cy="875520"/>
            <a:chOff x="6146640" y="0"/>
            <a:chExt cx="2996640" cy="875520"/>
          </a:xfrm>
        </p:grpSpPr>
        <p:sp>
          <p:nvSpPr>
            <p:cNvPr id="84"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85" name="Picture 9" descr="LOGO.gif"/>
            <p:cNvPicPr/>
            <p:nvPr/>
          </p:nvPicPr>
          <p:blipFill>
            <a:blip r:embed="rId2"/>
            <a:srcRect b="10729"/>
            <a:stretch/>
          </p:blipFill>
          <p:spPr>
            <a:xfrm>
              <a:off x="6553080" y="228600"/>
              <a:ext cx="2056680" cy="634320"/>
            </a:xfrm>
            <a:prstGeom prst="rect">
              <a:avLst/>
            </a:prstGeom>
            <a:noFill/>
            <a:ln w="9360">
              <a:noFill/>
            </a:ln>
          </p:spPr>
        </p:pic>
        <p:sp>
          <p:nvSpPr>
            <p:cNvPr id="86"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87" name="Picture 15" descr="logo.jpg"/>
          <p:cNvPicPr/>
          <p:nvPr/>
        </p:nvPicPr>
        <p:blipFill>
          <a:blip r:embed="rId3"/>
          <a:stretch/>
        </p:blipFill>
        <p:spPr>
          <a:xfrm>
            <a:off x="6553080" y="228600"/>
            <a:ext cx="1920240" cy="608760"/>
          </a:xfrm>
          <a:prstGeom prst="rect">
            <a:avLst/>
          </a:prstGeom>
          <a:noFill/>
          <a:ln w="9360">
            <a:noFill/>
          </a:ln>
        </p:spPr>
      </p:pic>
      <p:pic>
        <p:nvPicPr>
          <p:cNvPr id="88"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89" name="Group 6"/>
          <p:cNvGrpSpPr/>
          <p:nvPr/>
        </p:nvGrpSpPr>
        <p:grpSpPr>
          <a:xfrm>
            <a:off x="6146640" y="0"/>
            <a:ext cx="2996640" cy="875520"/>
            <a:chOff x="6146640" y="0"/>
            <a:chExt cx="2996640" cy="875520"/>
          </a:xfrm>
        </p:grpSpPr>
        <p:sp>
          <p:nvSpPr>
            <p:cNvPr id="90"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91" name="Picture 9" descr="LOGO.gif"/>
            <p:cNvPicPr/>
            <p:nvPr/>
          </p:nvPicPr>
          <p:blipFill>
            <a:blip r:embed="rId2"/>
            <a:srcRect b="10729"/>
            <a:stretch/>
          </p:blipFill>
          <p:spPr>
            <a:xfrm>
              <a:off x="6553080" y="228600"/>
              <a:ext cx="2056680" cy="634320"/>
            </a:xfrm>
            <a:prstGeom prst="rect">
              <a:avLst/>
            </a:prstGeom>
            <a:noFill/>
            <a:ln w="9360">
              <a:noFill/>
            </a:ln>
          </p:spPr>
        </p:pic>
        <p:sp>
          <p:nvSpPr>
            <p:cNvPr id="92"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93" name="Picture 15" descr="logo.jpg"/>
          <p:cNvPicPr/>
          <p:nvPr/>
        </p:nvPicPr>
        <p:blipFill>
          <a:blip r:embed="rId3"/>
          <a:stretch/>
        </p:blipFill>
        <p:spPr>
          <a:xfrm>
            <a:off x="6553080" y="228600"/>
            <a:ext cx="1920240" cy="608760"/>
          </a:xfrm>
          <a:prstGeom prst="rect">
            <a:avLst/>
          </a:prstGeom>
          <a:noFill/>
          <a:ln w="9360">
            <a:noFill/>
          </a:ln>
        </p:spPr>
      </p:pic>
      <p:sp>
        <p:nvSpPr>
          <p:cNvPr id="94"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Content">
    <p:bg>
      <p:bgPr>
        <a:solidFill>
          <a:srgbClr val="FFFFFF"/>
        </a:solidFill>
        <a:effectLst/>
      </p:bgPr>
    </p:bg>
    <p:spTree>
      <p:nvGrpSpPr>
        <p:cNvPr id="1" name=""/>
        <p:cNvGrpSpPr/>
        <p:nvPr/>
      </p:nvGrpSpPr>
      <p:grpSpPr>
        <a:xfrm>
          <a:off x="0" y="0"/>
          <a:ext cx="0" cy="0"/>
          <a:chOff x="0" y="0"/>
          <a:chExt cx="0" cy="0"/>
        </a:xfrm>
      </p:grpSpPr>
      <p:sp>
        <p:nvSpPr>
          <p:cNvPr id="95"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6"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97"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98"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99" name="Group 3"/>
          <p:cNvGrpSpPr/>
          <p:nvPr/>
        </p:nvGrpSpPr>
        <p:grpSpPr>
          <a:xfrm>
            <a:off x="6146640" y="0"/>
            <a:ext cx="2996640" cy="875520"/>
            <a:chOff x="6146640" y="0"/>
            <a:chExt cx="2996640" cy="875520"/>
          </a:xfrm>
        </p:grpSpPr>
        <p:sp>
          <p:nvSpPr>
            <p:cNvPr id="100"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01" name="Picture 9" descr="LOGO.gif"/>
            <p:cNvPicPr/>
            <p:nvPr/>
          </p:nvPicPr>
          <p:blipFill>
            <a:blip r:embed="rId2"/>
            <a:srcRect b="10729"/>
            <a:stretch/>
          </p:blipFill>
          <p:spPr>
            <a:xfrm>
              <a:off x="6553080" y="228600"/>
              <a:ext cx="2056680" cy="634320"/>
            </a:xfrm>
            <a:prstGeom prst="rect">
              <a:avLst/>
            </a:prstGeom>
            <a:noFill/>
            <a:ln w="9360">
              <a:noFill/>
            </a:ln>
          </p:spPr>
        </p:pic>
        <p:sp>
          <p:nvSpPr>
            <p:cNvPr id="102"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03" name="Picture 15" descr="logo.jpg"/>
          <p:cNvPicPr/>
          <p:nvPr/>
        </p:nvPicPr>
        <p:blipFill>
          <a:blip r:embed="rId3"/>
          <a:stretch/>
        </p:blipFill>
        <p:spPr>
          <a:xfrm>
            <a:off x="6553080" y="228600"/>
            <a:ext cx="1920240" cy="608760"/>
          </a:xfrm>
          <a:prstGeom prst="rect">
            <a:avLst/>
          </a:prstGeom>
          <a:noFill/>
          <a:ln w="9360">
            <a:noFill/>
          </a:ln>
        </p:spPr>
      </p:pic>
      <p:pic>
        <p:nvPicPr>
          <p:cNvPr id="104"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05" name="Group 6"/>
          <p:cNvGrpSpPr/>
          <p:nvPr/>
        </p:nvGrpSpPr>
        <p:grpSpPr>
          <a:xfrm>
            <a:off x="6146640" y="0"/>
            <a:ext cx="2996640" cy="875520"/>
            <a:chOff x="6146640" y="0"/>
            <a:chExt cx="2996640" cy="875520"/>
          </a:xfrm>
        </p:grpSpPr>
        <p:sp>
          <p:nvSpPr>
            <p:cNvPr id="106"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07" name="Picture 9" descr="LOGO.gif"/>
            <p:cNvPicPr/>
            <p:nvPr/>
          </p:nvPicPr>
          <p:blipFill>
            <a:blip r:embed="rId2"/>
            <a:srcRect b="10729"/>
            <a:stretch/>
          </p:blipFill>
          <p:spPr>
            <a:xfrm>
              <a:off x="6553080" y="228600"/>
              <a:ext cx="2056680" cy="634320"/>
            </a:xfrm>
            <a:prstGeom prst="rect">
              <a:avLst/>
            </a:prstGeom>
            <a:noFill/>
            <a:ln w="9360">
              <a:noFill/>
            </a:ln>
          </p:spPr>
        </p:pic>
        <p:sp>
          <p:nvSpPr>
            <p:cNvPr id="108"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09" name="Picture 15" descr="logo.jpg"/>
          <p:cNvPicPr/>
          <p:nvPr/>
        </p:nvPicPr>
        <p:blipFill>
          <a:blip r:embed="rId3"/>
          <a:stretch/>
        </p:blipFill>
        <p:spPr>
          <a:xfrm>
            <a:off x="6553080" y="228600"/>
            <a:ext cx="1920240" cy="608760"/>
          </a:xfrm>
          <a:prstGeom prst="rect">
            <a:avLst/>
          </a:prstGeom>
          <a:noFill/>
          <a:ln w="9360">
            <a:noFill/>
          </a:ln>
        </p:spPr>
      </p:pic>
      <p:sp>
        <p:nvSpPr>
          <p:cNvPr id="110"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111" name="PlaceHolder 2"/>
          <p:cNvSpPr>
            <a:spLocks noGrp="1"/>
          </p:cNvSpPr>
          <p:nvPr>
            <p:ph type="body"/>
          </p:nvPr>
        </p:nvSpPr>
        <p:spPr>
          <a:xfrm>
            <a:off x="457200" y="1604520"/>
            <a:ext cx="8228880" cy="397692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itle, 2 Content">
    <p:bg>
      <p:bgPr>
        <a:solidFill>
          <a:srgbClr val="FFFFFF"/>
        </a:solidFill>
        <a:effectLst/>
      </p:bgPr>
    </p:bg>
    <p:spTree>
      <p:nvGrpSpPr>
        <p:cNvPr id="1" name=""/>
        <p:cNvGrpSpPr/>
        <p:nvPr/>
      </p:nvGrpSpPr>
      <p:grpSpPr>
        <a:xfrm>
          <a:off x="0" y="0"/>
          <a:ext cx="0" cy="0"/>
          <a:chOff x="0" y="0"/>
          <a:chExt cx="0" cy="0"/>
        </a:xfrm>
      </p:grpSpPr>
      <p:sp>
        <p:nvSpPr>
          <p:cNvPr id="112"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3"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14"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115"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16" name="Group 3"/>
          <p:cNvGrpSpPr/>
          <p:nvPr/>
        </p:nvGrpSpPr>
        <p:grpSpPr>
          <a:xfrm>
            <a:off x="6146640" y="0"/>
            <a:ext cx="2996640" cy="875520"/>
            <a:chOff x="6146640" y="0"/>
            <a:chExt cx="2996640" cy="875520"/>
          </a:xfrm>
        </p:grpSpPr>
        <p:sp>
          <p:nvSpPr>
            <p:cNvPr id="117"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18" name="Picture 9" descr="LOGO.gif"/>
            <p:cNvPicPr/>
            <p:nvPr/>
          </p:nvPicPr>
          <p:blipFill>
            <a:blip r:embed="rId2"/>
            <a:srcRect b="10729"/>
            <a:stretch/>
          </p:blipFill>
          <p:spPr>
            <a:xfrm>
              <a:off x="6553080" y="228600"/>
              <a:ext cx="2056680" cy="634320"/>
            </a:xfrm>
            <a:prstGeom prst="rect">
              <a:avLst/>
            </a:prstGeom>
            <a:noFill/>
            <a:ln w="9360">
              <a:noFill/>
            </a:ln>
          </p:spPr>
        </p:pic>
        <p:sp>
          <p:nvSpPr>
            <p:cNvPr id="119"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20" name="Picture 15" descr="logo.jpg"/>
          <p:cNvPicPr/>
          <p:nvPr/>
        </p:nvPicPr>
        <p:blipFill>
          <a:blip r:embed="rId3"/>
          <a:stretch/>
        </p:blipFill>
        <p:spPr>
          <a:xfrm>
            <a:off x="6553080" y="228600"/>
            <a:ext cx="1920240" cy="608760"/>
          </a:xfrm>
          <a:prstGeom prst="rect">
            <a:avLst/>
          </a:prstGeom>
          <a:noFill/>
          <a:ln w="9360">
            <a:noFill/>
          </a:ln>
        </p:spPr>
      </p:pic>
      <p:pic>
        <p:nvPicPr>
          <p:cNvPr id="121"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22" name="Group 6"/>
          <p:cNvGrpSpPr/>
          <p:nvPr/>
        </p:nvGrpSpPr>
        <p:grpSpPr>
          <a:xfrm>
            <a:off x="6146640" y="0"/>
            <a:ext cx="2996640" cy="875520"/>
            <a:chOff x="6146640" y="0"/>
            <a:chExt cx="2996640" cy="875520"/>
          </a:xfrm>
        </p:grpSpPr>
        <p:sp>
          <p:nvSpPr>
            <p:cNvPr id="123"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24" name="Picture 9" descr="LOGO.gif"/>
            <p:cNvPicPr/>
            <p:nvPr/>
          </p:nvPicPr>
          <p:blipFill>
            <a:blip r:embed="rId2"/>
            <a:srcRect b="10729"/>
            <a:stretch/>
          </p:blipFill>
          <p:spPr>
            <a:xfrm>
              <a:off x="6553080" y="228600"/>
              <a:ext cx="2056680" cy="634320"/>
            </a:xfrm>
            <a:prstGeom prst="rect">
              <a:avLst/>
            </a:prstGeom>
            <a:noFill/>
            <a:ln w="9360">
              <a:noFill/>
            </a:ln>
          </p:spPr>
        </p:pic>
        <p:sp>
          <p:nvSpPr>
            <p:cNvPr id="125"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26" name="Picture 15" descr="logo.jpg"/>
          <p:cNvPicPr/>
          <p:nvPr/>
        </p:nvPicPr>
        <p:blipFill>
          <a:blip r:embed="rId3"/>
          <a:stretch/>
        </p:blipFill>
        <p:spPr>
          <a:xfrm>
            <a:off x="6553080" y="228600"/>
            <a:ext cx="1920240" cy="608760"/>
          </a:xfrm>
          <a:prstGeom prst="rect">
            <a:avLst/>
          </a:prstGeom>
          <a:noFill/>
          <a:ln w="9360">
            <a:noFill/>
          </a:ln>
        </p:spPr>
      </p:pic>
      <p:sp>
        <p:nvSpPr>
          <p:cNvPr id="127"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128" name="PlaceHolder 2"/>
          <p:cNvSpPr>
            <a:spLocks noGrp="1"/>
          </p:cNvSpPr>
          <p:nvPr>
            <p:ph type="body"/>
          </p:nvPr>
        </p:nvSpPr>
        <p:spPr>
          <a:xfrm>
            <a:off x="457200" y="1604520"/>
            <a:ext cx="4015440" cy="397692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129" name="PlaceHolder 3"/>
          <p:cNvSpPr>
            <a:spLocks noGrp="1"/>
          </p:cNvSpPr>
          <p:nvPr>
            <p:ph type="body"/>
          </p:nvPr>
        </p:nvSpPr>
        <p:spPr>
          <a:xfrm>
            <a:off x="4674240" y="1604520"/>
            <a:ext cx="4015440" cy="397692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130"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1"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32"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133"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34" name="Group 3"/>
          <p:cNvGrpSpPr/>
          <p:nvPr/>
        </p:nvGrpSpPr>
        <p:grpSpPr>
          <a:xfrm>
            <a:off x="6146640" y="0"/>
            <a:ext cx="2996640" cy="875520"/>
            <a:chOff x="6146640" y="0"/>
            <a:chExt cx="2996640" cy="875520"/>
          </a:xfrm>
        </p:grpSpPr>
        <p:sp>
          <p:nvSpPr>
            <p:cNvPr id="135"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36" name="Picture 9" descr="LOGO.gif"/>
            <p:cNvPicPr/>
            <p:nvPr/>
          </p:nvPicPr>
          <p:blipFill>
            <a:blip r:embed="rId2"/>
            <a:srcRect b="10729"/>
            <a:stretch/>
          </p:blipFill>
          <p:spPr>
            <a:xfrm>
              <a:off x="6553080" y="228600"/>
              <a:ext cx="2056680" cy="634320"/>
            </a:xfrm>
            <a:prstGeom prst="rect">
              <a:avLst/>
            </a:prstGeom>
            <a:noFill/>
            <a:ln w="9360">
              <a:noFill/>
            </a:ln>
          </p:spPr>
        </p:pic>
        <p:sp>
          <p:nvSpPr>
            <p:cNvPr id="137"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38" name="Picture 15" descr="logo.jpg"/>
          <p:cNvPicPr/>
          <p:nvPr/>
        </p:nvPicPr>
        <p:blipFill>
          <a:blip r:embed="rId3"/>
          <a:stretch/>
        </p:blipFill>
        <p:spPr>
          <a:xfrm>
            <a:off x="6553080" y="228600"/>
            <a:ext cx="1920240" cy="608760"/>
          </a:xfrm>
          <a:prstGeom prst="rect">
            <a:avLst/>
          </a:prstGeom>
          <a:noFill/>
          <a:ln w="9360">
            <a:noFill/>
          </a:ln>
        </p:spPr>
      </p:pic>
      <p:pic>
        <p:nvPicPr>
          <p:cNvPr id="139"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40" name="Group 6"/>
          <p:cNvGrpSpPr/>
          <p:nvPr/>
        </p:nvGrpSpPr>
        <p:grpSpPr>
          <a:xfrm>
            <a:off x="6146640" y="0"/>
            <a:ext cx="2996640" cy="875520"/>
            <a:chOff x="6146640" y="0"/>
            <a:chExt cx="2996640" cy="875520"/>
          </a:xfrm>
        </p:grpSpPr>
        <p:sp>
          <p:nvSpPr>
            <p:cNvPr id="141"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42" name="Picture 9" descr="LOGO.gif"/>
            <p:cNvPicPr/>
            <p:nvPr/>
          </p:nvPicPr>
          <p:blipFill>
            <a:blip r:embed="rId2"/>
            <a:srcRect b="10729"/>
            <a:stretch/>
          </p:blipFill>
          <p:spPr>
            <a:xfrm>
              <a:off x="6553080" y="228600"/>
              <a:ext cx="2056680" cy="634320"/>
            </a:xfrm>
            <a:prstGeom prst="rect">
              <a:avLst/>
            </a:prstGeom>
            <a:noFill/>
            <a:ln w="9360">
              <a:noFill/>
            </a:ln>
          </p:spPr>
        </p:pic>
        <p:sp>
          <p:nvSpPr>
            <p:cNvPr id="143"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44" name="Picture 15" descr="logo.jpg"/>
          <p:cNvPicPr/>
          <p:nvPr/>
        </p:nvPicPr>
        <p:blipFill>
          <a:blip r:embed="rId3"/>
          <a:stretch/>
        </p:blipFill>
        <p:spPr>
          <a:xfrm>
            <a:off x="6553080" y="228600"/>
            <a:ext cx="1920240" cy="608760"/>
          </a:xfrm>
          <a:prstGeom prst="rect">
            <a:avLst/>
          </a:prstGeom>
          <a:noFill/>
          <a:ln w="9360">
            <a:noFill/>
          </a:ln>
        </p:spPr>
      </p:pic>
      <p:sp>
        <p:nvSpPr>
          <p:cNvPr id="145"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146"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Seventh Outline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mediaAndTx" preserve="1">
  <p:cSld name="Centered Text">
    <p:bg>
      <p:bgPr>
        <a:solidFill>
          <a:srgbClr val="FFFFFF"/>
        </a:solidFill>
        <a:effectLst/>
      </p:bgPr>
    </p:bg>
    <p:spTree>
      <p:nvGrpSpPr>
        <p:cNvPr id="1" name=""/>
        <p:cNvGrpSpPr/>
        <p:nvPr/>
      </p:nvGrpSpPr>
      <p:grpSpPr>
        <a:xfrm>
          <a:off x="0" y="0"/>
          <a:ext cx="0" cy="0"/>
          <a:chOff x="0" y="0"/>
          <a:chExt cx="0" cy="0"/>
        </a:xfrm>
      </p:grpSpPr>
      <p:sp>
        <p:nvSpPr>
          <p:cNvPr id="147"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8"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49"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150"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51" name="Group 3"/>
          <p:cNvGrpSpPr/>
          <p:nvPr/>
        </p:nvGrpSpPr>
        <p:grpSpPr>
          <a:xfrm>
            <a:off x="6146640" y="0"/>
            <a:ext cx="2996640" cy="875520"/>
            <a:chOff x="6146640" y="0"/>
            <a:chExt cx="2996640" cy="875520"/>
          </a:xfrm>
        </p:grpSpPr>
        <p:sp>
          <p:nvSpPr>
            <p:cNvPr id="152"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53" name="Picture 9" descr="LOGO.gif"/>
            <p:cNvPicPr/>
            <p:nvPr/>
          </p:nvPicPr>
          <p:blipFill>
            <a:blip r:embed="rId2"/>
            <a:srcRect b="10729"/>
            <a:stretch/>
          </p:blipFill>
          <p:spPr>
            <a:xfrm>
              <a:off x="6553080" y="228600"/>
              <a:ext cx="2056680" cy="634320"/>
            </a:xfrm>
            <a:prstGeom prst="rect">
              <a:avLst/>
            </a:prstGeom>
            <a:noFill/>
            <a:ln w="9360">
              <a:noFill/>
            </a:ln>
          </p:spPr>
        </p:pic>
        <p:sp>
          <p:nvSpPr>
            <p:cNvPr id="154"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55" name="Picture 15" descr="logo.jpg"/>
          <p:cNvPicPr/>
          <p:nvPr/>
        </p:nvPicPr>
        <p:blipFill>
          <a:blip r:embed="rId3"/>
          <a:stretch/>
        </p:blipFill>
        <p:spPr>
          <a:xfrm>
            <a:off x="6553080" y="228600"/>
            <a:ext cx="1920240" cy="608760"/>
          </a:xfrm>
          <a:prstGeom prst="rect">
            <a:avLst/>
          </a:prstGeom>
          <a:noFill/>
          <a:ln w="9360">
            <a:noFill/>
          </a:ln>
        </p:spPr>
      </p:pic>
      <p:pic>
        <p:nvPicPr>
          <p:cNvPr id="156"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57" name="Group 6"/>
          <p:cNvGrpSpPr/>
          <p:nvPr/>
        </p:nvGrpSpPr>
        <p:grpSpPr>
          <a:xfrm>
            <a:off x="6146640" y="0"/>
            <a:ext cx="2996640" cy="875520"/>
            <a:chOff x="6146640" y="0"/>
            <a:chExt cx="2996640" cy="875520"/>
          </a:xfrm>
        </p:grpSpPr>
        <p:sp>
          <p:nvSpPr>
            <p:cNvPr id="158"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59" name="Picture 9" descr="LOGO.gif"/>
            <p:cNvPicPr/>
            <p:nvPr/>
          </p:nvPicPr>
          <p:blipFill>
            <a:blip r:embed="rId2"/>
            <a:srcRect b="10729"/>
            <a:stretch/>
          </p:blipFill>
          <p:spPr>
            <a:xfrm>
              <a:off x="6553080" y="228600"/>
              <a:ext cx="2056680" cy="634320"/>
            </a:xfrm>
            <a:prstGeom prst="rect">
              <a:avLst/>
            </a:prstGeom>
            <a:noFill/>
            <a:ln w="9360">
              <a:noFill/>
            </a:ln>
          </p:spPr>
        </p:pic>
        <p:sp>
          <p:nvSpPr>
            <p:cNvPr id="160"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61" name="Picture 15" descr="logo.jpg"/>
          <p:cNvPicPr/>
          <p:nvPr/>
        </p:nvPicPr>
        <p:blipFill>
          <a:blip r:embed="rId3"/>
          <a:stretch/>
        </p:blipFill>
        <p:spPr>
          <a:xfrm>
            <a:off x="6553080" y="228600"/>
            <a:ext cx="1920240" cy="608760"/>
          </a:xfrm>
          <a:prstGeom prst="rect">
            <a:avLst/>
          </a:prstGeom>
          <a:noFill/>
          <a:ln w="9360">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AndTx" preserve="1">
  <p:cSld name="Title, 2 Content and Content">
    <p:bg>
      <p:bgPr>
        <a:solidFill>
          <a:srgbClr val="FFFFFF"/>
        </a:solidFill>
        <a:effectLst/>
      </p:bgPr>
    </p:bg>
    <p:spTree>
      <p:nvGrpSpPr>
        <p:cNvPr id="1" name=""/>
        <p:cNvGrpSpPr/>
        <p:nvPr/>
      </p:nvGrpSpPr>
      <p:grpSpPr>
        <a:xfrm>
          <a:off x="0" y="0"/>
          <a:ext cx="0" cy="0"/>
          <a:chOff x="0" y="0"/>
          <a:chExt cx="0" cy="0"/>
        </a:xfrm>
      </p:grpSpPr>
      <p:sp>
        <p:nvSpPr>
          <p:cNvPr id="162"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63"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64"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165"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66" name="Group 3"/>
          <p:cNvGrpSpPr/>
          <p:nvPr/>
        </p:nvGrpSpPr>
        <p:grpSpPr>
          <a:xfrm>
            <a:off x="6146640" y="0"/>
            <a:ext cx="2996640" cy="875520"/>
            <a:chOff x="6146640" y="0"/>
            <a:chExt cx="2996640" cy="875520"/>
          </a:xfrm>
        </p:grpSpPr>
        <p:sp>
          <p:nvSpPr>
            <p:cNvPr id="167"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68" name="Picture 9" descr="LOGO.gif"/>
            <p:cNvPicPr/>
            <p:nvPr/>
          </p:nvPicPr>
          <p:blipFill>
            <a:blip r:embed="rId2"/>
            <a:srcRect b="10729"/>
            <a:stretch/>
          </p:blipFill>
          <p:spPr>
            <a:xfrm>
              <a:off x="6553080" y="228600"/>
              <a:ext cx="2056680" cy="634320"/>
            </a:xfrm>
            <a:prstGeom prst="rect">
              <a:avLst/>
            </a:prstGeom>
            <a:noFill/>
            <a:ln w="9360">
              <a:noFill/>
            </a:ln>
          </p:spPr>
        </p:pic>
        <p:sp>
          <p:nvSpPr>
            <p:cNvPr id="169"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70" name="Picture 15" descr="logo.jpg"/>
          <p:cNvPicPr/>
          <p:nvPr/>
        </p:nvPicPr>
        <p:blipFill>
          <a:blip r:embed="rId3"/>
          <a:stretch/>
        </p:blipFill>
        <p:spPr>
          <a:xfrm>
            <a:off x="6553080" y="228600"/>
            <a:ext cx="1920240" cy="608760"/>
          </a:xfrm>
          <a:prstGeom prst="rect">
            <a:avLst/>
          </a:prstGeom>
          <a:noFill/>
          <a:ln w="9360">
            <a:noFill/>
          </a:ln>
        </p:spPr>
      </p:pic>
      <p:pic>
        <p:nvPicPr>
          <p:cNvPr id="171"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72" name="Group 6"/>
          <p:cNvGrpSpPr/>
          <p:nvPr/>
        </p:nvGrpSpPr>
        <p:grpSpPr>
          <a:xfrm>
            <a:off x="6146640" y="0"/>
            <a:ext cx="2996640" cy="875520"/>
            <a:chOff x="6146640" y="0"/>
            <a:chExt cx="2996640" cy="875520"/>
          </a:xfrm>
        </p:grpSpPr>
        <p:sp>
          <p:nvSpPr>
            <p:cNvPr id="173"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74" name="Picture 9" descr="LOGO.gif"/>
            <p:cNvPicPr/>
            <p:nvPr/>
          </p:nvPicPr>
          <p:blipFill>
            <a:blip r:embed="rId2"/>
            <a:srcRect b="10729"/>
            <a:stretch/>
          </p:blipFill>
          <p:spPr>
            <a:xfrm>
              <a:off x="6553080" y="228600"/>
              <a:ext cx="2056680" cy="634320"/>
            </a:xfrm>
            <a:prstGeom prst="rect">
              <a:avLst/>
            </a:prstGeom>
            <a:noFill/>
            <a:ln w="9360">
              <a:noFill/>
            </a:ln>
          </p:spPr>
        </p:pic>
        <p:sp>
          <p:nvSpPr>
            <p:cNvPr id="175"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76" name="Picture 15" descr="logo.jpg"/>
          <p:cNvPicPr/>
          <p:nvPr/>
        </p:nvPicPr>
        <p:blipFill>
          <a:blip r:embed="rId3"/>
          <a:stretch/>
        </p:blipFill>
        <p:spPr>
          <a:xfrm>
            <a:off x="6553080" y="228600"/>
            <a:ext cx="1920240" cy="608760"/>
          </a:xfrm>
          <a:prstGeom prst="rect">
            <a:avLst/>
          </a:prstGeom>
          <a:noFill/>
          <a:ln w="9360">
            <a:noFill/>
          </a:ln>
        </p:spPr>
      </p:pic>
      <p:sp>
        <p:nvSpPr>
          <p:cNvPr id="177"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178" name="PlaceHolder 2"/>
          <p:cNvSpPr>
            <a:spLocks noGrp="1"/>
          </p:cNvSpPr>
          <p:nvPr>
            <p:ph type="body"/>
          </p:nvPr>
        </p:nvSpPr>
        <p:spPr>
          <a:xfrm>
            <a:off x="45720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179" name="PlaceHolder 3"/>
          <p:cNvSpPr>
            <a:spLocks noGrp="1"/>
          </p:cNvSpPr>
          <p:nvPr>
            <p:ph type="body"/>
          </p:nvPr>
        </p:nvSpPr>
        <p:spPr>
          <a:xfrm>
            <a:off x="4674240" y="1604520"/>
            <a:ext cx="4015440" cy="397692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180" name="PlaceHolder 4"/>
          <p:cNvSpPr>
            <a:spLocks noGrp="1"/>
          </p:cNvSpPr>
          <p:nvPr>
            <p:ph type="body"/>
          </p:nvPr>
        </p:nvSpPr>
        <p:spPr>
          <a:xfrm>
            <a:off x="457200" y="368208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TwoObj" preserve="1">
  <p:cSld name="Title Content and 2 Content">
    <p:bg>
      <p:bgPr>
        <a:solidFill>
          <a:srgbClr val="FFFFFF"/>
        </a:solidFill>
        <a:effectLst/>
      </p:bgPr>
    </p:bg>
    <p:spTree>
      <p:nvGrpSpPr>
        <p:cNvPr id="1" name=""/>
        <p:cNvGrpSpPr/>
        <p:nvPr/>
      </p:nvGrpSpPr>
      <p:grpSpPr>
        <a:xfrm>
          <a:off x="0" y="0"/>
          <a:ext cx="0" cy="0"/>
          <a:chOff x="0" y="0"/>
          <a:chExt cx="0" cy="0"/>
        </a:xfrm>
      </p:grpSpPr>
      <p:sp>
        <p:nvSpPr>
          <p:cNvPr id="181"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2"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83"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184"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85" name="Group 3"/>
          <p:cNvGrpSpPr/>
          <p:nvPr/>
        </p:nvGrpSpPr>
        <p:grpSpPr>
          <a:xfrm>
            <a:off x="6146640" y="0"/>
            <a:ext cx="2996640" cy="875520"/>
            <a:chOff x="6146640" y="0"/>
            <a:chExt cx="2996640" cy="875520"/>
          </a:xfrm>
        </p:grpSpPr>
        <p:sp>
          <p:nvSpPr>
            <p:cNvPr id="186"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87" name="Picture 9" descr="LOGO.gif"/>
            <p:cNvPicPr/>
            <p:nvPr/>
          </p:nvPicPr>
          <p:blipFill>
            <a:blip r:embed="rId2"/>
            <a:srcRect b="10729"/>
            <a:stretch/>
          </p:blipFill>
          <p:spPr>
            <a:xfrm>
              <a:off x="6553080" y="228600"/>
              <a:ext cx="2056680" cy="634320"/>
            </a:xfrm>
            <a:prstGeom prst="rect">
              <a:avLst/>
            </a:prstGeom>
            <a:noFill/>
            <a:ln w="9360">
              <a:noFill/>
            </a:ln>
          </p:spPr>
        </p:pic>
        <p:sp>
          <p:nvSpPr>
            <p:cNvPr id="188"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89" name="Picture 15" descr="logo.jpg"/>
          <p:cNvPicPr/>
          <p:nvPr/>
        </p:nvPicPr>
        <p:blipFill>
          <a:blip r:embed="rId3"/>
          <a:stretch/>
        </p:blipFill>
        <p:spPr>
          <a:xfrm>
            <a:off x="6553080" y="228600"/>
            <a:ext cx="1920240" cy="608760"/>
          </a:xfrm>
          <a:prstGeom prst="rect">
            <a:avLst/>
          </a:prstGeom>
          <a:noFill/>
          <a:ln w="9360">
            <a:noFill/>
          </a:ln>
        </p:spPr>
      </p:pic>
      <p:pic>
        <p:nvPicPr>
          <p:cNvPr id="190"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91" name="Group 6"/>
          <p:cNvGrpSpPr/>
          <p:nvPr/>
        </p:nvGrpSpPr>
        <p:grpSpPr>
          <a:xfrm>
            <a:off x="6146640" y="0"/>
            <a:ext cx="2996640" cy="875520"/>
            <a:chOff x="6146640" y="0"/>
            <a:chExt cx="2996640" cy="875520"/>
          </a:xfrm>
        </p:grpSpPr>
        <p:sp>
          <p:nvSpPr>
            <p:cNvPr id="192"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93" name="Picture 9" descr="LOGO.gif"/>
            <p:cNvPicPr/>
            <p:nvPr/>
          </p:nvPicPr>
          <p:blipFill>
            <a:blip r:embed="rId2"/>
            <a:srcRect b="10729"/>
            <a:stretch/>
          </p:blipFill>
          <p:spPr>
            <a:xfrm>
              <a:off x="6553080" y="228600"/>
              <a:ext cx="2056680" cy="634320"/>
            </a:xfrm>
            <a:prstGeom prst="rect">
              <a:avLst/>
            </a:prstGeom>
            <a:noFill/>
            <a:ln w="9360">
              <a:noFill/>
            </a:ln>
          </p:spPr>
        </p:pic>
        <p:sp>
          <p:nvSpPr>
            <p:cNvPr id="194"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95" name="Picture 15" descr="logo.jpg"/>
          <p:cNvPicPr/>
          <p:nvPr/>
        </p:nvPicPr>
        <p:blipFill>
          <a:blip r:embed="rId3"/>
          <a:stretch/>
        </p:blipFill>
        <p:spPr>
          <a:xfrm>
            <a:off x="6553080" y="228600"/>
            <a:ext cx="1920240" cy="608760"/>
          </a:xfrm>
          <a:prstGeom prst="rect">
            <a:avLst/>
          </a:prstGeom>
          <a:noFill/>
          <a:ln w="9360">
            <a:noFill/>
          </a:ln>
        </p:spPr>
      </p:pic>
      <p:sp>
        <p:nvSpPr>
          <p:cNvPr id="196"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197" name="PlaceHolder 2"/>
          <p:cNvSpPr>
            <a:spLocks noGrp="1"/>
          </p:cNvSpPr>
          <p:nvPr>
            <p:ph type="body"/>
          </p:nvPr>
        </p:nvSpPr>
        <p:spPr>
          <a:xfrm>
            <a:off x="457200" y="1604520"/>
            <a:ext cx="4015440" cy="397692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198" name="PlaceHolder 3"/>
          <p:cNvSpPr>
            <a:spLocks noGrp="1"/>
          </p:cNvSpPr>
          <p:nvPr>
            <p:ph type="body"/>
          </p:nvPr>
        </p:nvSpPr>
        <p:spPr>
          <a:xfrm>
            <a:off x="467424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199" name="PlaceHolder 4"/>
          <p:cNvSpPr>
            <a:spLocks noGrp="1"/>
          </p:cNvSpPr>
          <p:nvPr>
            <p:ph type="body"/>
          </p:nvPr>
        </p:nvSpPr>
        <p:spPr>
          <a:xfrm>
            <a:off x="4674240" y="368208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bg>
      <p:bgPr>
        <a:solidFill>
          <a:srgbClr val="FFFFFF"/>
        </a:solidFill>
        <a:effectLst/>
      </p:bgPr>
    </p:bg>
    <p:spTree>
      <p:nvGrpSpPr>
        <p:cNvPr id="1" name=""/>
        <p:cNvGrpSpPr/>
        <p:nvPr/>
      </p:nvGrpSpPr>
      <p:grpSpPr>
        <a:xfrm>
          <a:off x="0" y="0"/>
          <a:ext cx="0" cy="0"/>
          <a:chOff x="0" y="0"/>
          <a:chExt cx="0" cy="0"/>
        </a:xfrm>
      </p:grpSpPr>
      <p:sp>
        <p:nvSpPr>
          <p:cNvPr id="200"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01"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202"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203"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204" name="Group 3"/>
          <p:cNvGrpSpPr/>
          <p:nvPr/>
        </p:nvGrpSpPr>
        <p:grpSpPr>
          <a:xfrm>
            <a:off x="6146640" y="0"/>
            <a:ext cx="2996640" cy="875520"/>
            <a:chOff x="6146640" y="0"/>
            <a:chExt cx="2996640" cy="875520"/>
          </a:xfrm>
        </p:grpSpPr>
        <p:sp>
          <p:nvSpPr>
            <p:cNvPr id="205"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206" name="Picture 9" descr="LOGO.gif"/>
            <p:cNvPicPr/>
            <p:nvPr/>
          </p:nvPicPr>
          <p:blipFill>
            <a:blip r:embed="rId2"/>
            <a:srcRect b="10729"/>
            <a:stretch/>
          </p:blipFill>
          <p:spPr>
            <a:xfrm>
              <a:off x="6553080" y="228600"/>
              <a:ext cx="2056680" cy="634320"/>
            </a:xfrm>
            <a:prstGeom prst="rect">
              <a:avLst/>
            </a:prstGeom>
            <a:noFill/>
            <a:ln w="9360">
              <a:noFill/>
            </a:ln>
          </p:spPr>
        </p:pic>
        <p:sp>
          <p:nvSpPr>
            <p:cNvPr id="207"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208" name="Picture 15" descr="logo.jpg"/>
          <p:cNvPicPr/>
          <p:nvPr/>
        </p:nvPicPr>
        <p:blipFill>
          <a:blip r:embed="rId3"/>
          <a:stretch/>
        </p:blipFill>
        <p:spPr>
          <a:xfrm>
            <a:off x="6553080" y="228600"/>
            <a:ext cx="1920240" cy="608760"/>
          </a:xfrm>
          <a:prstGeom prst="rect">
            <a:avLst/>
          </a:prstGeom>
          <a:noFill/>
          <a:ln w="9360">
            <a:noFill/>
          </a:ln>
        </p:spPr>
      </p:pic>
      <p:pic>
        <p:nvPicPr>
          <p:cNvPr id="209"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210" name="Group 6"/>
          <p:cNvGrpSpPr/>
          <p:nvPr/>
        </p:nvGrpSpPr>
        <p:grpSpPr>
          <a:xfrm>
            <a:off x="6146640" y="0"/>
            <a:ext cx="2996640" cy="875520"/>
            <a:chOff x="6146640" y="0"/>
            <a:chExt cx="2996640" cy="875520"/>
          </a:xfrm>
        </p:grpSpPr>
        <p:sp>
          <p:nvSpPr>
            <p:cNvPr id="211"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212" name="Picture 9" descr="LOGO.gif"/>
            <p:cNvPicPr/>
            <p:nvPr/>
          </p:nvPicPr>
          <p:blipFill>
            <a:blip r:embed="rId2"/>
            <a:srcRect b="10729"/>
            <a:stretch/>
          </p:blipFill>
          <p:spPr>
            <a:xfrm>
              <a:off x="6553080" y="228600"/>
              <a:ext cx="2056680" cy="634320"/>
            </a:xfrm>
            <a:prstGeom prst="rect">
              <a:avLst/>
            </a:prstGeom>
            <a:noFill/>
            <a:ln w="9360">
              <a:noFill/>
            </a:ln>
          </p:spPr>
        </p:pic>
        <p:sp>
          <p:nvSpPr>
            <p:cNvPr id="213"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214" name="Picture 15" descr="logo.jpg"/>
          <p:cNvPicPr/>
          <p:nvPr/>
        </p:nvPicPr>
        <p:blipFill>
          <a:blip r:embed="rId3"/>
          <a:stretch/>
        </p:blipFill>
        <p:spPr>
          <a:xfrm>
            <a:off x="6553080" y="228600"/>
            <a:ext cx="1920240" cy="608760"/>
          </a:xfrm>
          <a:prstGeom prst="rect">
            <a:avLst/>
          </a:prstGeom>
          <a:noFill/>
          <a:ln w="9360">
            <a:noFill/>
          </a:ln>
        </p:spPr>
      </p:pic>
      <p:sp>
        <p:nvSpPr>
          <p:cNvPr id="215"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216" name="PlaceHolder 2"/>
          <p:cNvSpPr>
            <a:spLocks noGrp="1"/>
          </p:cNvSpPr>
          <p:nvPr>
            <p:ph type="body"/>
          </p:nvPr>
        </p:nvSpPr>
        <p:spPr>
          <a:xfrm>
            <a:off x="45720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217" name="PlaceHolder 3"/>
          <p:cNvSpPr>
            <a:spLocks noGrp="1"/>
          </p:cNvSpPr>
          <p:nvPr>
            <p:ph type="body"/>
          </p:nvPr>
        </p:nvSpPr>
        <p:spPr>
          <a:xfrm>
            <a:off x="467424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218" name="PlaceHolder 4"/>
          <p:cNvSpPr>
            <a:spLocks noGrp="1"/>
          </p:cNvSpPr>
          <p:nvPr>
            <p:ph type="body"/>
          </p:nvPr>
        </p:nvSpPr>
        <p:spPr>
          <a:xfrm>
            <a:off x="457200" y="3682080"/>
            <a:ext cx="8228880" cy="1896480"/>
          </a:xfrm>
          <a:prstGeom prst="rect">
            <a:avLst/>
          </a:prstGeom>
          <a:noFill/>
          <a:ln w="0">
            <a:noFill/>
          </a:ln>
        </p:spPr>
        <p:txBody>
          <a:bodyPr lIns="0" tIns="0" rIns="0" bIns="0" anchor="t">
            <a:normAutofit fontScale="70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hyperlink" Target="https://expressjs.com/" TargetMode="External"/><Relationship Id="rId3" Type="http://schemas.openxmlformats.org/officeDocument/2006/relationships/hyperlink" Target="https://vitejs.dev/" TargetMode="External"/><Relationship Id="rId7" Type="http://schemas.openxmlformats.org/officeDocument/2006/relationships/hyperlink" Target="https://supabase.com/docs/guides/storage" TargetMode="External"/><Relationship Id="rId2" Type="http://schemas.openxmlformats.org/officeDocument/2006/relationships/hyperlink" Target="https://react.dev/" TargetMode="External"/><Relationship Id="rId1" Type="http://schemas.openxmlformats.org/officeDocument/2006/relationships/slideLayout" Target="../slideLayouts/slideLayout6.xml"/><Relationship Id="rId6" Type="http://schemas.openxmlformats.org/officeDocument/2006/relationships/hyperlink" Target="https://supabase.com/docs" TargetMode="External"/><Relationship Id="rId5" Type="http://schemas.openxmlformats.org/officeDocument/2006/relationships/hyperlink" Target="https://tailwindcss.com/docs" TargetMode="External"/><Relationship Id="rId4" Type="http://schemas.openxmlformats.org/officeDocument/2006/relationships/hyperlink" Target="https://clerk.com/docs" TargetMode="External"/><Relationship Id="rId9" Type="http://schemas.openxmlformats.org/officeDocument/2006/relationships/hyperlink" Target="https://www.postgresql.org/doc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TextShape 1"/>
          <p:cNvSpPr/>
          <p:nvPr/>
        </p:nvSpPr>
        <p:spPr>
          <a:xfrm>
            <a:off x="0" y="840600"/>
            <a:ext cx="9143640" cy="6017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defTabSz="914400">
              <a:lnSpc>
                <a:spcPct val="100000"/>
              </a:lnSpc>
              <a:spcBef>
                <a:spcPts val="400"/>
              </a:spcBef>
            </a:pPr>
            <a:r>
              <a:rPr lang="en-IN" sz="1800" b="1" u="none" strike="noStrike" dirty="0">
                <a:solidFill>
                  <a:schemeClr val="dk1"/>
                </a:solidFill>
                <a:effectLst/>
                <a:uFillTx/>
                <a:latin typeface="Times New Roman"/>
                <a:ea typeface="Calibri"/>
              </a:rPr>
              <a:t>Project Presentation of </a:t>
            </a:r>
            <a:r>
              <a:rPr lang="en-IN" b="1" dirty="0">
                <a:solidFill>
                  <a:schemeClr val="dk1"/>
                </a:solidFill>
                <a:latin typeface="Times New Roman"/>
                <a:ea typeface="Calibri"/>
              </a:rPr>
              <a:t>IOHE</a:t>
            </a:r>
            <a:endParaRPr lang="en-US" sz="1800" b="0" u="none" strike="noStrike" dirty="0">
              <a:solidFill>
                <a:srgbClr val="000000"/>
              </a:solidFill>
              <a:effectLst/>
              <a:uFillTx/>
              <a:latin typeface="Arial"/>
            </a:endParaRPr>
          </a:p>
          <a:p>
            <a:pPr algn="ctr" defTabSz="914400">
              <a:lnSpc>
                <a:spcPct val="100000"/>
              </a:lnSpc>
              <a:spcBef>
                <a:spcPts val="400"/>
              </a:spcBef>
            </a:pPr>
            <a:r>
              <a:rPr lang="en-US" sz="2000" b="0" u="none" strike="noStrike" dirty="0">
                <a:solidFill>
                  <a:schemeClr val="dk1"/>
                </a:solidFill>
                <a:effectLst/>
                <a:uFillTx/>
                <a:latin typeface="Times New Roman"/>
                <a:ea typeface="Calibri"/>
              </a:rPr>
              <a:t>On</a:t>
            </a:r>
            <a:endParaRPr lang="en-US" sz="2000" b="0" u="none" strike="noStrike" dirty="0">
              <a:solidFill>
                <a:srgbClr val="000000"/>
              </a:solidFill>
              <a:effectLst/>
              <a:uFillTx/>
              <a:latin typeface="Arial"/>
            </a:endParaRPr>
          </a:p>
          <a:p>
            <a:pPr algn="ctr" defTabSz="914400">
              <a:lnSpc>
                <a:spcPct val="100000"/>
              </a:lnSpc>
              <a:spcBef>
                <a:spcPts val="400"/>
              </a:spcBef>
            </a:pPr>
            <a:r>
              <a:rPr lang="en-US" sz="4800" dirty="0" err="1">
                <a:solidFill>
                  <a:schemeClr val="dk1"/>
                </a:solidFill>
                <a:latin typeface="Times New Roman"/>
                <a:ea typeface="Calibri"/>
              </a:rPr>
              <a:t>SarthiX</a:t>
            </a:r>
            <a:endParaRPr lang="en-US" sz="4800" dirty="0">
              <a:solidFill>
                <a:schemeClr val="dk1"/>
              </a:solidFill>
              <a:latin typeface="Times New Roman"/>
              <a:ea typeface="Calibri"/>
            </a:endParaRPr>
          </a:p>
          <a:p>
            <a:pPr algn="ctr" defTabSz="914400">
              <a:lnSpc>
                <a:spcPct val="100000"/>
              </a:lnSpc>
              <a:spcBef>
                <a:spcPts val="400"/>
              </a:spcBef>
            </a:pPr>
            <a:br>
              <a:rPr sz="2000" dirty="0"/>
            </a:br>
            <a:r>
              <a:rPr lang="en-US" sz="2000" dirty="0" err="1">
                <a:solidFill>
                  <a:srgbClr val="000000"/>
                </a:solidFill>
                <a:latin typeface="Times New Roman"/>
                <a:ea typeface="MS PGothic"/>
              </a:rPr>
              <a:t>Arydeep</a:t>
            </a:r>
            <a:r>
              <a:rPr lang="en-US" sz="2000" dirty="0">
                <a:solidFill>
                  <a:srgbClr val="000000"/>
                </a:solidFill>
                <a:latin typeface="Times New Roman"/>
                <a:ea typeface="MS PGothic"/>
              </a:rPr>
              <a:t> Sah 2210991395</a:t>
            </a:r>
          </a:p>
          <a:p>
            <a:pPr algn="ctr" defTabSz="914400">
              <a:lnSpc>
                <a:spcPct val="100000"/>
              </a:lnSpc>
              <a:spcBef>
                <a:spcPts val="400"/>
              </a:spcBef>
            </a:pPr>
            <a:r>
              <a:rPr lang="en-US" sz="2000" dirty="0">
                <a:solidFill>
                  <a:srgbClr val="000000"/>
                </a:solidFill>
                <a:latin typeface="Times New Roman"/>
                <a:ea typeface="MS PGothic"/>
              </a:rPr>
              <a:t>Gaurav Anand 2210991570</a:t>
            </a:r>
          </a:p>
          <a:p>
            <a:pPr algn="ctr" defTabSz="914400">
              <a:lnSpc>
                <a:spcPct val="100000"/>
              </a:lnSpc>
              <a:spcBef>
                <a:spcPts val="400"/>
              </a:spcBef>
            </a:pPr>
            <a:r>
              <a:rPr lang="en-US" sz="2000" dirty="0">
                <a:solidFill>
                  <a:srgbClr val="000000"/>
                </a:solidFill>
                <a:latin typeface="Times New Roman"/>
                <a:ea typeface="MS PGothic"/>
              </a:rPr>
              <a:t>Ashish Kumar 2210991401</a:t>
            </a:r>
          </a:p>
          <a:p>
            <a:pPr algn="ctr" defTabSz="914400">
              <a:lnSpc>
                <a:spcPct val="100000"/>
              </a:lnSpc>
              <a:spcBef>
                <a:spcPts val="400"/>
              </a:spcBef>
            </a:pPr>
            <a:r>
              <a:rPr lang="en-US" sz="2000" dirty="0">
                <a:solidFill>
                  <a:srgbClr val="000000"/>
                </a:solidFill>
                <a:latin typeface="Times New Roman"/>
                <a:ea typeface="MS PGothic"/>
              </a:rPr>
              <a:t>Harshvardhan Singh 2210991647</a:t>
            </a:r>
          </a:p>
          <a:p>
            <a:pPr algn="ctr" defTabSz="914400">
              <a:lnSpc>
                <a:spcPct val="100000"/>
              </a:lnSpc>
              <a:spcBef>
                <a:spcPts val="400"/>
              </a:spcBef>
            </a:pPr>
            <a:r>
              <a:rPr lang="en-US" sz="2000" b="0" u="none" strike="noStrike" dirty="0">
                <a:solidFill>
                  <a:srgbClr val="000000"/>
                </a:solidFill>
                <a:effectLst/>
                <a:uFillTx/>
                <a:latin typeface="Times New Roman"/>
                <a:ea typeface="MS PGothic"/>
              </a:rPr>
              <a:t>Supervised By: </a:t>
            </a:r>
            <a:r>
              <a:rPr lang="en-US" sz="2000" dirty="0">
                <a:solidFill>
                  <a:srgbClr val="000000"/>
                </a:solidFill>
                <a:latin typeface="Times New Roman"/>
                <a:ea typeface="MS PGothic"/>
              </a:rPr>
              <a:t>Dr. Ajay Kumar</a:t>
            </a:r>
          </a:p>
          <a:p>
            <a:pPr algn="ctr" defTabSz="914400">
              <a:lnSpc>
                <a:spcPct val="100000"/>
              </a:lnSpc>
              <a:spcBef>
                <a:spcPts val="400"/>
              </a:spcBef>
            </a:pPr>
            <a:endParaRPr lang="en-US" sz="2000" b="0" u="none" strike="noStrike" dirty="0">
              <a:solidFill>
                <a:srgbClr val="000000"/>
              </a:solidFill>
              <a:effectLst/>
              <a:uFillTx/>
              <a:latin typeface="Times New Roman"/>
              <a:ea typeface="MS PGothic"/>
            </a:endParaRPr>
          </a:p>
          <a:p>
            <a:pPr algn="ctr" defTabSz="914400">
              <a:lnSpc>
                <a:spcPct val="100000"/>
              </a:lnSpc>
              <a:spcBef>
                <a:spcPts val="400"/>
              </a:spcBef>
            </a:pPr>
            <a:endParaRPr lang="en-US" sz="2000" b="0" u="none" strike="noStrike" dirty="0">
              <a:solidFill>
                <a:srgbClr val="000000"/>
              </a:solidFill>
              <a:effectLst/>
              <a:uFillTx/>
              <a:latin typeface="Arial"/>
            </a:endParaRPr>
          </a:p>
          <a:p>
            <a:pPr algn="ctr" defTabSz="914400">
              <a:lnSpc>
                <a:spcPct val="100000"/>
              </a:lnSpc>
              <a:spcBef>
                <a:spcPts val="400"/>
              </a:spcBef>
            </a:pPr>
            <a:r>
              <a:rPr lang="en-US" sz="2400" b="0" u="none" strike="noStrike" dirty="0">
                <a:solidFill>
                  <a:schemeClr val="dk1"/>
                </a:solidFill>
                <a:effectLst/>
                <a:uFillTx/>
                <a:latin typeface="Times New Roman"/>
                <a:ea typeface="MS PGothic"/>
              </a:rPr>
              <a:t>Department of Computer Science and Engineering, </a:t>
            </a:r>
            <a:endParaRPr lang="en-US" sz="2400" b="0" u="none" strike="noStrike" dirty="0">
              <a:solidFill>
                <a:srgbClr val="000000"/>
              </a:solidFill>
              <a:effectLst/>
              <a:uFillTx/>
              <a:latin typeface="Arial"/>
            </a:endParaRPr>
          </a:p>
          <a:p>
            <a:pPr algn="ctr" defTabSz="914400">
              <a:lnSpc>
                <a:spcPct val="100000"/>
              </a:lnSpc>
              <a:spcBef>
                <a:spcPts val="400"/>
              </a:spcBef>
            </a:pPr>
            <a:r>
              <a:rPr lang="en-US" sz="2400" b="0" u="none" strike="noStrike" dirty="0">
                <a:solidFill>
                  <a:schemeClr val="dk1"/>
                </a:solidFill>
                <a:effectLst/>
                <a:uFillTx/>
                <a:latin typeface="Times New Roman"/>
                <a:ea typeface="MS PGothic"/>
              </a:rPr>
              <a:t>Chitkara University, Punjab</a:t>
            </a:r>
            <a:endParaRPr lang="en-US" sz="2400" b="0" u="none" strike="noStrike" dirty="0">
              <a:solidFill>
                <a:srgbClr val="000000"/>
              </a:solidFill>
              <a:effectLst/>
              <a:uFillTx/>
              <a:latin typeface="Arial"/>
            </a:endParaRPr>
          </a:p>
          <a:p>
            <a:pPr algn="ctr" defTabSz="914400">
              <a:lnSpc>
                <a:spcPct val="150000"/>
              </a:lnSpc>
              <a:spcBef>
                <a:spcPts val="400"/>
              </a:spcBef>
            </a:pPr>
            <a:endParaRPr lang="en-US" sz="2000" b="0" u="none" strike="noStrike" dirty="0">
              <a:solidFill>
                <a:srgbClr val="000000"/>
              </a:solidFill>
              <a:effectLst/>
              <a:uFillTx/>
              <a:latin typeface="Arial"/>
            </a:endParaRPr>
          </a:p>
          <a:p>
            <a:pPr defTabSz="914400">
              <a:lnSpc>
                <a:spcPct val="100000"/>
              </a:lnSpc>
              <a:spcBef>
                <a:spcPts val="641"/>
              </a:spcBef>
            </a:pPr>
            <a:endParaRPr lang="en-US" sz="2000" b="0" u="none" strike="noStrike" dirty="0">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Shape 1"/>
          <p:cNvSpPr/>
          <p:nvPr/>
        </p:nvSpPr>
        <p:spPr>
          <a:xfrm>
            <a:off x="350640" y="0"/>
            <a:ext cx="6019200" cy="8373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 sz="3200" b="0" u="none" strike="noStrike">
                <a:solidFill>
                  <a:schemeClr val="dk1"/>
                </a:solidFill>
                <a:effectLst/>
                <a:uFillTx/>
                <a:latin typeface="Times New Roman"/>
                <a:ea typeface="DejaVu Sans"/>
              </a:rPr>
              <a:t>Introduction</a:t>
            </a:r>
            <a:endParaRPr lang="en-US" sz="3200" b="0" u="none" strike="noStrike">
              <a:solidFill>
                <a:srgbClr val="000000"/>
              </a:solidFill>
              <a:effectLst/>
              <a:uFillTx/>
              <a:latin typeface="Arial"/>
            </a:endParaRPr>
          </a:p>
        </p:txBody>
      </p:sp>
      <p:sp>
        <p:nvSpPr>
          <p:cNvPr id="227" name="TextShape 3"/>
          <p:cNvSpPr/>
          <p:nvPr/>
        </p:nvSpPr>
        <p:spPr>
          <a:xfrm>
            <a:off x="6553080" y="6356520"/>
            <a:ext cx="21330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21D82352-9756-476F-A9CF-4775124B2ADF}" type="slidenum">
              <a:rPr lang="en-US" sz="1200" b="1" u="none" strike="noStrike">
                <a:solidFill>
                  <a:srgbClr val="000000"/>
                </a:solidFill>
                <a:effectLst/>
                <a:uFillTx/>
                <a:latin typeface="Calibri"/>
                <a:ea typeface="MS PGothic"/>
              </a:rPr>
              <a:t>2</a:t>
            </a:fld>
            <a:endParaRPr lang="en-US" sz="1200" b="0" u="none" strike="noStrike">
              <a:solidFill>
                <a:srgbClr val="000000"/>
              </a:solidFill>
              <a:effectLst/>
              <a:uFillTx/>
              <a:latin typeface="Arial"/>
            </a:endParaRPr>
          </a:p>
        </p:txBody>
      </p:sp>
      <p:sp>
        <p:nvSpPr>
          <p:cNvPr id="228" name="TextShape 2"/>
          <p:cNvSpPr/>
          <p:nvPr/>
        </p:nvSpPr>
        <p:spPr>
          <a:xfrm>
            <a:off x="164160" y="1109880"/>
            <a:ext cx="8838360" cy="53596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spcBef>
                <a:spcPts val="1191"/>
              </a:spcBef>
              <a:spcAft>
                <a:spcPts val="992"/>
              </a:spcAft>
            </a:pPr>
            <a:r>
              <a:rPr lang="en-US" sz="2000" b="1" u="none" strike="noStrike" dirty="0">
                <a:solidFill>
                  <a:srgbClr val="000000"/>
                </a:solidFill>
                <a:effectLst/>
                <a:uFillTx/>
                <a:latin typeface="Times New Roman"/>
                <a:ea typeface="DejaVu Sans"/>
              </a:rPr>
              <a:t>2.1 Background</a:t>
            </a:r>
            <a:endParaRPr lang="en-US" sz="2000" b="0" u="none" strike="noStrike" dirty="0">
              <a:solidFill>
                <a:srgbClr val="000000"/>
              </a:solidFill>
              <a:effectLst/>
              <a:uFillTx/>
              <a:latin typeface="Arial"/>
            </a:endParaRPr>
          </a:p>
          <a:p>
            <a:pPr marL="285750" indent="-285750">
              <a:buFont typeface="Arial" panose="020B0604020202020204" pitchFamily="34" charset="0"/>
              <a:buChar char="•"/>
            </a:pPr>
            <a:r>
              <a:rPr lang="en-US" sz="1600" dirty="0"/>
              <a:t>Absence of proper shipment distribution mechanism</a:t>
            </a:r>
          </a:p>
          <a:p>
            <a:pPr marL="285750" indent="-285750">
              <a:buFont typeface="Arial" panose="020B0604020202020204" pitchFamily="34" charset="0"/>
              <a:buChar char="•"/>
            </a:pPr>
            <a:r>
              <a:rPr lang="en-US" sz="1600" dirty="0"/>
              <a:t>Income instability for drivers</a:t>
            </a:r>
          </a:p>
          <a:p>
            <a:pPr marL="285750" indent="-285750">
              <a:buFont typeface="Arial" panose="020B0604020202020204" pitchFamily="34" charset="0"/>
              <a:buChar char="•"/>
            </a:pPr>
            <a:r>
              <a:rPr lang="en-US" sz="1600" dirty="0"/>
              <a:t>No transparent bidding mechanism</a:t>
            </a:r>
          </a:p>
          <a:p>
            <a:pPr marL="285750" indent="-285750">
              <a:buFont typeface="Arial" panose="020B0604020202020204" pitchFamily="34" charset="0"/>
              <a:buChar char="•"/>
            </a:pPr>
            <a:r>
              <a:rPr lang="en-US" sz="1600" dirty="0"/>
              <a:t>Permit expiration leads to penalties</a:t>
            </a:r>
          </a:p>
          <a:p>
            <a:pPr marL="285750" indent="-285750">
              <a:buFont typeface="Arial" panose="020B0604020202020204" pitchFamily="34" charset="0"/>
              <a:buChar char="•"/>
            </a:pPr>
            <a:r>
              <a:rPr lang="en-US" sz="1600" dirty="0"/>
              <a:t>Limited real-time shipment tracking</a:t>
            </a:r>
          </a:p>
          <a:p>
            <a:endParaRPr lang="en-US" sz="1600" b="1" u="none" strike="noStrike" dirty="0">
              <a:solidFill>
                <a:srgbClr val="000000"/>
              </a:solidFill>
              <a:effectLst/>
              <a:uFillTx/>
              <a:latin typeface="Times New Roman"/>
              <a:ea typeface="DejaVu Sans"/>
            </a:endParaRPr>
          </a:p>
          <a:p>
            <a:endParaRPr lang="en-US" sz="1600" b="1" dirty="0">
              <a:solidFill>
                <a:srgbClr val="000000"/>
              </a:solidFill>
              <a:latin typeface="Times New Roman"/>
              <a:ea typeface="DejaVu Sans"/>
            </a:endParaRPr>
          </a:p>
          <a:p>
            <a:endParaRPr lang="en-US" sz="1600" b="1" u="none" strike="noStrike" dirty="0">
              <a:solidFill>
                <a:srgbClr val="000000"/>
              </a:solidFill>
              <a:effectLst/>
              <a:uFillTx/>
              <a:latin typeface="Times New Roman"/>
              <a:ea typeface="DejaVu Sans"/>
            </a:endParaRPr>
          </a:p>
          <a:p>
            <a:endParaRPr lang="en-US" sz="1600" b="1" u="none" strike="noStrike" dirty="0">
              <a:solidFill>
                <a:srgbClr val="000000"/>
              </a:solidFill>
              <a:effectLst/>
              <a:uFillTx/>
              <a:latin typeface="Times New Roman"/>
              <a:ea typeface="DejaVu Sans"/>
            </a:endParaRPr>
          </a:p>
          <a:p>
            <a:r>
              <a:rPr lang="en-US" sz="2000" b="1" u="none" strike="noStrike" dirty="0">
                <a:solidFill>
                  <a:srgbClr val="000000"/>
                </a:solidFill>
                <a:effectLst/>
                <a:uFillTx/>
                <a:latin typeface="Times New Roman"/>
                <a:ea typeface="DejaVu Sans"/>
              </a:rPr>
              <a:t>2.2 Problem Statement</a:t>
            </a:r>
            <a:endParaRPr lang="en-US" sz="2000" b="0" u="none" strike="noStrike" dirty="0">
              <a:solidFill>
                <a:srgbClr val="000000"/>
              </a:solidFill>
              <a:effectLst/>
              <a:uFillTx/>
              <a:latin typeface="Arial"/>
            </a:endParaRPr>
          </a:p>
          <a:p>
            <a:pPr marL="285750" indent="-285750">
              <a:buFont typeface="Arial" panose="020B0604020202020204" pitchFamily="34" charset="0"/>
              <a:buChar char="•"/>
            </a:pPr>
            <a:r>
              <a:rPr lang="en-US" sz="1600" dirty="0"/>
              <a:t>Develop a digital driver–shipper marketplace</a:t>
            </a:r>
          </a:p>
          <a:p>
            <a:pPr marL="285750" indent="-285750">
              <a:buFont typeface="Arial" panose="020B0604020202020204" pitchFamily="34" charset="0"/>
              <a:buChar char="•"/>
            </a:pPr>
            <a:r>
              <a:rPr lang="en-US" sz="1600" dirty="0"/>
              <a:t>Introduce transparent real-time bidding system</a:t>
            </a:r>
          </a:p>
          <a:p>
            <a:pPr marL="285750" indent="-285750">
              <a:buFont typeface="Arial" panose="020B0604020202020204" pitchFamily="34" charset="0"/>
              <a:buChar char="•"/>
            </a:pPr>
            <a:r>
              <a:rPr lang="en-US" sz="1600" dirty="0"/>
              <a:t>Provide automated permit notifications</a:t>
            </a:r>
          </a:p>
          <a:p>
            <a:pPr marL="285750" indent="-285750">
              <a:buFont typeface="Arial" panose="020B0604020202020204" pitchFamily="34" charset="0"/>
              <a:buChar char="•"/>
            </a:pPr>
            <a:r>
              <a:rPr lang="en-US" sz="1600" dirty="0"/>
              <a:t>Improve compliance and operational efficiency</a:t>
            </a:r>
          </a:p>
          <a:p>
            <a:pPr>
              <a:spcBef>
                <a:spcPts val="1191"/>
              </a:spcBef>
              <a:spcAft>
                <a:spcPts val="992"/>
              </a:spcAft>
            </a:pPr>
            <a:r>
              <a:rPr lang="en-US" sz="1600" dirty="0"/>
              <a:t>.</a:t>
            </a:r>
          </a:p>
          <a:p>
            <a:pPr>
              <a:spcBef>
                <a:spcPts val="1191"/>
              </a:spcBef>
              <a:spcAft>
                <a:spcPts val="992"/>
              </a:spcAft>
            </a:pPr>
            <a:endParaRPr lang="en-US" sz="1600" b="1" u="none" strike="noStrike" dirty="0">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0" y="246960"/>
            <a:ext cx="7680600" cy="585000"/>
          </a:xfrm>
          <a:prstGeom prst="rect">
            <a:avLst/>
          </a:prstGeom>
          <a:noFill/>
          <a:ln w="0">
            <a:noFill/>
          </a:ln>
        </p:spPr>
        <p:txBody>
          <a:bodyPr lIns="0" tIns="0" rIns="0" bIns="0" anchor="ctr">
            <a:noAutofit/>
          </a:bodyPr>
          <a:lstStyle/>
          <a:p>
            <a:pPr indent="0" defTabSz="914400">
              <a:lnSpc>
                <a:spcPct val="90000"/>
              </a:lnSpc>
              <a:buNone/>
            </a:pPr>
            <a:r>
              <a:rPr lang="en-US" sz="4400" b="1" u="none" strike="noStrike" dirty="0">
                <a:solidFill>
                  <a:schemeClr val="dk1"/>
                </a:solidFill>
                <a:effectLst/>
                <a:uFillTx/>
                <a:latin typeface="Arial"/>
                <a:ea typeface="DejaVu Sans"/>
              </a:rPr>
              <a:t> </a:t>
            </a:r>
            <a:r>
              <a:rPr lang="en-US" sz="2000" b="1" u="none" strike="noStrike" dirty="0">
                <a:solidFill>
                  <a:schemeClr val="dk1"/>
                </a:solidFill>
                <a:effectLst/>
                <a:uFillTx/>
                <a:latin typeface="Arial"/>
                <a:ea typeface="DejaVu Sans"/>
              </a:rPr>
              <a:t>Software and Hardware Requirement Specification</a:t>
            </a:r>
            <a:br>
              <a:rPr sz="3200" dirty="0"/>
            </a:br>
            <a:endParaRPr lang="en-US" sz="2000" b="0" u="none" strike="noStrike" dirty="0">
              <a:solidFill>
                <a:schemeClr val="dk1"/>
              </a:solidFill>
              <a:effectLst/>
              <a:uFillTx/>
              <a:latin typeface="Arial"/>
            </a:endParaRPr>
          </a:p>
        </p:txBody>
      </p:sp>
      <p:sp>
        <p:nvSpPr>
          <p:cNvPr id="230" name="PlaceHolder 2"/>
          <p:cNvSpPr>
            <a:spLocks noGrp="1"/>
          </p:cNvSpPr>
          <p:nvPr>
            <p:ph/>
          </p:nvPr>
        </p:nvSpPr>
        <p:spPr>
          <a:xfrm>
            <a:off x="118080" y="875052"/>
            <a:ext cx="8907840" cy="5687640"/>
          </a:xfrm>
          <a:prstGeom prst="rect">
            <a:avLst/>
          </a:prstGeom>
          <a:noFill/>
          <a:ln w="0">
            <a:noFill/>
          </a:ln>
        </p:spPr>
        <p:txBody>
          <a:bodyPr lIns="0" tIns="0" rIns="0" bIns="0" anchor="t">
            <a:normAutofit fontScale="92500" lnSpcReduction="20000"/>
          </a:bodyPr>
          <a:lstStyle/>
          <a:p>
            <a:pPr defTabSz="914400">
              <a:lnSpc>
                <a:spcPct val="90000"/>
              </a:lnSpc>
              <a:spcBef>
                <a:spcPts val="1001"/>
              </a:spcBef>
              <a:buClr>
                <a:srgbClr val="000000"/>
              </a:buClr>
            </a:pPr>
            <a:r>
              <a:rPr lang="en-IN" sz="2000" b="1" u="none" strike="noStrike" dirty="0">
                <a:solidFill>
                  <a:schemeClr val="dk1"/>
                </a:solidFill>
                <a:effectLst/>
                <a:uFillTx/>
                <a:latin typeface="Times New Roman"/>
                <a:ea typeface="Calibri"/>
              </a:rPr>
              <a:t>3.1 Methods</a:t>
            </a:r>
          </a:p>
          <a:p>
            <a:pPr marL="228600" indent="-228600" algn="just">
              <a:lnSpc>
                <a:spcPct val="119999"/>
              </a:lnSpc>
              <a:spcBef>
                <a:spcPts val="1001"/>
              </a:spcBef>
              <a:buClr>
                <a:srgbClr val="000000"/>
              </a:buClr>
              <a:buFont typeface="Arial"/>
              <a:buChar char="•"/>
            </a:pPr>
            <a:r>
              <a:rPr lang="en-US" sz="1700" dirty="0" err="1"/>
              <a:t>SarthiX</a:t>
            </a:r>
            <a:r>
              <a:rPr lang="en-US" sz="1700" dirty="0"/>
              <a:t> is being developed using Agile methodology — focusing on iterative development, responsiveness to change, and constant user input. The project has a number of sprints for design, development and testing of separate system modules like user authentication, enabled bidding management or shipment tracking, permit notification system. This continuous integration and testing help assure the reliability and scalability of the platform.</a:t>
            </a:r>
            <a:endParaRPr lang="en-US" sz="1700" b="0" u="none" strike="noStrike" dirty="0">
              <a:solidFill>
                <a:schemeClr val="dk1"/>
              </a:solidFill>
              <a:effectLst/>
              <a:uFillTx/>
              <a:latin typeface="Arial"/>
            </a:endParaRPr>
          </a:p>
          <a:p>
            <a:pPr>
              <a:spcBef>
                <a:spcPts val="1001"/>
              </a:spcBef>
              <a:buClr>
                <a:srgbClr val="000000"/>
              </a:buClr>
            </a:pPr>
            <a:r>
              <a:rPr lang="en-IN" sz="2000" b="1" u="none" strike="noStrike" dirty="0">
                <a:solidFill>
                  <a:schemeClr val="dk1"/>
                </a:solidFill>
                <a:effectLst/>
                <a:uFillTx/>
                <a:latin typeface="Times New Roman"/>
                <a:ea typeface="Calibri"/>
              </a:rPr>
              <a:t>3.2 Programming/Working Environment</a:t>
            </a:r>
            <a:endParaRPr lang="en-US" sz="2000" b="0" u="none" strike="noStrike" dirty="0">
              <a:solidFill>
                <a:schemeClr val="dk1"/>
              </a:solidFill>
              <a:effectLst/>
              <a:uFillTx/>
              <a:latin typeface="Arial"/>
            </a:endParaRPr>
          </a:p>
          <a:p>
            <a:pPr>
              <a:lnSpc>
                <a:spcPct val="120000"/>
              </a:lnSpc>
              <a:spcBef>
                <a:spcPts val="1001"/>
              </a:spcBef>
              <a:buClr>
                <a:srgbClr val="000000"/>
              </a:buClr>
            </a:pPr>
            <a:r>
              <a:rPr lang="en-IN" sz="1700" b="1" dirty="0">
                <a:solidFill>
                  <a:schemeClr val="tx1">
                    <a:lumMod val="95000"/>
                    <a:lumOff val="5000"/>
                  </a:schemeClr>
                </a:solidFill>
              </a:rPr>
              <a:t>Programming Language:</a:t>
            </a:r>
            <a:r>
              <a:rPr lang="en-IN" sz="1700" dirty="0">
                <a:solidFill>
                  <a:schemeClr val="tx1">
                    <a:lumMod val="95000"/>
                    <a:lumOff val="5000"/>
                  </a:schemeClr>
                </a:solidFill>
              </a:rPr>
              <a:t> </a:t>
            </a:r>
            <a:r>
              <a:rPr lang="en-US" sz="1700" dirty="0">
                <a:solidFill>
                  <a:schemeClr val="tx1">
                    <a:lumMod val="95000"/>
                    <a:lumOff val="5000"/>
                  </a:schemeClr>
                </a:solidFill>
              </a:rPr>
              <a:t>React </a:t>
            </a:r>
            <a:r>
              <a:rPr lang="en-US" sz="1700" dirty="0" err="1">
                <a:solidFill>
                  <a:schemeClr val="tx1">
                    <a:lumMod val="95000"/>
                    <a:lumOff val="5000"/>
                  </a:schemeClr>
                </a:solidFill>
              </a:rPr>
              <a:t>Javascript</a:t>
            </a:r>
            <a:r>
              <a:rPr lang="en-US" sz="1700" dirty="0">
                <a:solidFill>
                  <a:schemeClr val="tx1">
                    <a:lumMod val="95000"/>
                    <a:lumOff val="5000"/>
                  </a:schemeClr>
                </a:solidFill>
              </a:rPr>
              <a:t> — Vite + React as frontend</a:t>
            </a:r>
            <a:br>
              <a:rPr lang="en-IN" sz="1700" dirty="0">
                <a:solidFill>
                  <a:schemeClr val="tx1">
                    <a:lumMod val="95000"/>
                    <a:lumOff val="5000"/>
                  </a:schemeClr>
                </a:solidFill>
              </a:rPr>
            </a:br>
            <a:r>
              <a:rPr lang="en-IN" sz="1700" b="1" dirty="0">
                <a:solidFill>
                  <a:schemeClr val="tx1">
                    <a:lumMod val="95000"/>
                    <a:lumOff val="5000"/>
                  </a:schemeClr>
                </a:solidFill>
              </a:rPr>
              <a:t>Backend &amp; Database:</a:t>
            </a:r>
            <a:r>
              <a:rPr lang="en-IN" sz="1700" dirty="0">
                <a:solidFill>
                  <a:schemeClr val="tx1">
                    <a:lumMod val="95000"/>
                    <a:lumOff val="5000"/>
                  </a:schemeClr>
                </a:solidFill>
              </a:rPr>
              <a:t> </a:t>
            </a:r>
            <a:r>
              <a:rPr lang="en-IN" sz="1700" dirty="0" err="1">
                <a:solidFill>
                  <a:schemeClr val="tx1">
                    <a:lumMod val="95000"/>
                    <a:lumOff val="5000"/>
                  </a:schemeClr>
                </a:solidFill>
              </a:rPr>
              <a:t>Supabase</a:t>
            </a:r>
            <a:r>
              <a:rPr lang="en-IN" sz="1700" dirty="0">
                <a:solidFill>
                  <a:schemeClr val="tx1">
                    <a:lumMod val="95000"/>
                    <a:lumOff val="5000"/>
                  </a:schemeClr>
                </a:solidFill>
              </a:rPr>
              <a:t> (PostgreSQL backend as a service)</a:t>
            </a:r>
            <a:br>
              <a:rPr lang="en-IN" sz="1700" dirty="0">
                <a:solidFill>
                  <a:schemeClr val="tx1">
                    <a:lumMod val="95000"/>
                    <a:lumOff val="5000"/>
                  </a:schemeClr>
                </a:solidFill>
              </a:rPr>
            </a:br>
            <a:r>
              <a:rPr lang="en-IN" sz="1700" b="1" dirty="0">
                <a:solidFill>
                  <a:schemeClr val="tx1">
                    <a:lumMod val="95000"/>
                    <a:lumOff val="5000"/>
                  </a:schemeClr>
                </a:solidFill>
              </a:rPr>
              <a:t>Authentication:</a:t>
            </a:r>
            <a:r>
              <a:rPr lang="en-IN" sz="1700" dirty="0">
                <a:solidFill>
                  <a:schemeClr val="tx1">
                    <a:lumMod val="95000"/>
                    <a:lumOff val="5000"/>
                  </a:schemeClr>
                </a:solidFill>
              </a:rPr>
              <a:t> Clerk (Secure user authentication &amp; role management)</a:t>
            </a:r>
          </a:p>
          <a:p>
            <a:pPr>
              <a:lnSpc>
                <a:spcPct val="120000"/>
              </a:lnSpc>
              <a:spcBef>
                <a:spcPts val="1001"/>
              </a:spcBef>
              <a:buClr>
                <a:srgbClr val="000000"/>
              </a:buClr>
            </a:pPr>
            <a:r>
              <a:rPr lang="en-US" sz="1700" b="1" dirty="0">
                <a:solidFill>
                  <a:schemeClr val="tx1">
                    <a:lumMod val="95000"/>
                    <a:lumOff val="5000"/>
                  </a:schemeClr>
                </a:solidFill>
              </a:rPr>
              <a:t>Classical functionality</a:t>
            </a:r>
            <a:r>
              <a:rPr lang="en-US" sz="1700" dirty="0">
                <a:solidFill>
                  <a:schemeClr val="tx1">
                    <a:lumMod val="95000"/>
                    <a:lumOff val="5000"/>
                  </a:schemeClr>
                </a:solidFill>
              </a:rPr>
              <a:t>: Define Models, (Validator) Rules and Communication by using REST                   API for Client- Server ↔ Interaction</a:t>
            </a:r>
            <a:br>
              <a:rPr lang="en-IN" sz="1700" dirty="0">
                <a:solidFill>
                  <a:schemeClr val="tx1">
                    <a:lumMod val="95000"/>
                    <a:lumOff val="5000"/>
                  </a:schemeClr>
                </a:solidFill>
              </a:rPr>
            </a:br>
            <a:r>
              <a:rPr lang="en-IN" sz="1700" b="1" dirty="0">
                <a:solidFill>
                  <a:schemeClr val="tx1">
                    <a:lumMod val="95000"/>
                    <a:lumOff val="5000"/>
                  </a:schemeClr>
                </a:solidFill>
              </a:rPr>
              <a:t>Architecture:</a:t>
            </a:r>
            <a:r>
              <a:rPr lang="en-IN" sz="1700" dirty="0">
                <a:solidFill>
                  <a:schemeClr val="tx1">
                    <a:lumMod val="95000"/>
                    <a:lumOff val="5000"/>
                  </a:schemeClr>
                </a:solidFill>
              </a:rPr>
              <a:t> Client-Server Architecture Model</a:t>
            </a:r>
          </a:p>
          <a:p>
            <a:pPr>
              <a:lnSpc>
                <a:spcPct val="120000"/>
              </a:lnSpc>
              <a:spcBef>
                <a:spcPts val="1001"/>
              </a:spcBef>
              <a:buClr>
                <a:srgbClr val="000000"/>
              </a:buClr>
            </a:pPr>
            <a:r>
              <a:rPr lang="en-IN" sz="1700" b="1" dirty="0">
                <a:solidFill>
                  <a:schemeClr val="tx1">
                    <a:lumMod val="95000"/>
                    <a:lumOff val="5000"/>
                  </a:schemeClr>
                </a:solidFill>
              </a:rPr>
              <a:t>    </a:t>
            </a:r>
            <a:endParaRPr lang="en-IN" sz="1700" dirty="0">
              <a:solidFill>
                <a:schemeClr val="tx1">
                  <a:lumMod val="95000"/>
                  <a:lumOff val="5000"/>
                </a:schemeClr>
              </a:solidFill>
            </a:endParaRPr>
          </a:p>
          <a:p>
            <a:pPr>
              <a:spcBef>
                <a:spcPts val="1001"/>
              </a:spcBef>
              <a:buClr>
                <a:srgbClr val="000000"/>
              </a:buClr>
            </a:pPr>
            <a:r>
              <a:rPr lang="en-US" sz="2000" b="1" u="none" strike="noStrike" dirty="0">
                <a:solidFill>
                  <a:schemeClr val="dk1"/>
                </a:solidFill>
                <a:effectLst/>
                <a:uFillTx/>
                <a:latin typeface="Times New Roman"/>
                <a:ea typeface="Calibri"/>
              </a:rPr>
              <a:t>3.3 Requirements to run the application</a:t>
            </a:r>
            <a:endParaRPr lang="en-US" sz="2000" b="0" u="none" strike="noStrike" dirty="0">
              <a:solidFill>
                <a:schemeClr val="dk1"/>
              </a:solidFill>
              <a:effectLst/>
              <a:uFillTx/>
              <a:latin typeface="Arial"/>
            </a:endParaRPr>
          </a:p>
          <a:p>
            <a:pPr>
              <a:lnSpc>
                <a:spcPct val="119999"/>
              </a:lnSpc>
              <a:spcBef>
                <a:spcPts val="1001"/>
              </a:spcBef>
              <a:buClr>
                <a:srgbClr val="000000"/>
              </a:buClr>
            </a:pPr>
            <a:r>
              <a:rPr lang="en-IN" sz="1900" b="1" dirty="0"/>
              <a:t>   </a:t>
            </a:r>
            <a:r>
              <a:rPr lang="en-IN" sz="1700" b="1" dirty="0"/>
              <a:t>Operating System:</a:t>
            </a:r>
            <a:r>
              <a:rPr lang="en-IN" sz="1700" dirty="0"/>
              <a:t> Windows 10 / Linux / MacOS</a:t>
            </a:r>
            <a:br>
              <a:rPr lang="en-IN" sz="1700" dirty="0"/>
            </a:br>
            <a:r>
              <a:rPr lang="en-IN" sz="1700" dirty="0"/>
              <a:t>   </a:t>
            </a:r>
            <a:r>
              <a:rPr lang="en-IN" sz="1700" b="1" dirty="0"/>
              <a:t>RAM:</a:t>
            </a:r>
            <a:r>
              <a:rPr lang="en-IN" sz="1700" dirty="0"/>
              <a:t> Minimum 8GB</a:t>
            </a:r>
            <a:br>
              <a:rPr lang="en-IN" sz="1700" dirty="0"/>
            </a:br>
            <a:r>
              <a:rPr lang="en-IN" sz="1700" dirty="0"/>
              <a:t>   </a:t>
            </a:r>
            <a:r>
              <a:rPr lang="en-IN" sz="1700" b="1" dirty="0"/>
              <a:t>Processor:</a:t>
            </a:r>
            <a:r>
              <a:rPr lang="en-IN" sz="1700" dirty="0"/>
              <a:t> Intel i5 or equivalent</a:t>
            </a:r>
            <a:br>
              <a:rPr lang="en-IN" sz="1700" dirty="0"/>
            </a:br>
            <a:r>
              <a:rPr lang="en-IN" sz="1700" dirty="0"/>
              <a:t>   </a:t>
            </a:r>
            <a:r>
              <a:rPr lang="en-IN" sz="1700" b="1" dirty="0"/>
              <a:t>Software Dependencies:</a:t>
            </a:r>
            <a:r>
              <a:rPr lang="en-IN" sz="1700" dirty="0"/>
              <a:t> Node.js, </a:t>
            </a:r>
            <a:r>
              <a:rPr lang="en-IN" sz="1700" dirty="0" err="1"/>
              <a:t>npm</a:t>
            </a:r>
            <a:r>
              <a:rPr lang="en-IN" sz="1700" dirty="0"/>
              <a:t>, </a:t>
            </a:r>
            <a:r>
              <a:rPr lang="en-IN" sz="1700" dirty="0" err="1"/>
              <a:t>Supabase</a:t>
            </a:r>
            <a:r>
              <a:rPr lang="en-IN" sz="1700" dirty="0"/>
              <a:t> configuration, Clerk setup</a:t>
            </a:r>
            <a:br>
              <a:rPr lang="en-IN" sz="1700" dirty="0"/>
            </a:br>
            <a:r>
              <a:rPr lang="en-IN" sz="1700" dirty="0"/>
              <a:t>   </a:t>
            </a:r>
            <a:r>
              <a:rPr lang="en-IN" sz="1700" b="1" dirty="0"/>
              <a:t>Browser:</a:t>
            </a:r>
            <a:r>
              <a:rPr lang="en-IN" sz="1700" dirty="0"/>
              <a:t> Latest versions of Chrome, Firefox, or Safari</a:t>
            </a:r>
            <a:endParaRPr lang="en-US" sz="1700" b="0" u="none" strike="noStrike" dirty="0">
              <a:solidFill>
                <a:schemeClr val="dk1"/>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TextShape 1"/>
          <p:cNvSpPr/>
          <p:nvPr/>
        </p:nvSpPr>
        <p:spPr>
          <a:xfrm>
            <a:off x="350640" y="0"/>
            <a:ext cx="6019200" cy="8373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3000" b="0" u="none" strike="noStrike" dirty="0">
                <a:solidFill>
                  <a:srgbClr val="000000"/>
                </a:solidFill>
                <a:effectLst/>
                <a:uFillTx/>
                <a:latin typeface="Times New Roman"/>
                <a:ea typeface="DejaVu Sans"/>
              </a:rPr>
              <a:t>Keywords</a:t>
            </a:r>
            <a:endParaRPr lang="en-US" sz="3000" b="0" u="none" strike="noStrike" dirty="0">
              <a:solidFill>
                <a:srgbClr val="000000"/>
              </a:solidFill>
              <a:effectLst/>
              <a:uFillTx/>
              <a:latin typeface="Arial"/>
            </a:endParaRPr>
          </a:p>
        </p:txBody>
      </p:sp>
      <p:sp>
        <p:nvSpPr>
          <p:cNvPr id="232" name="TextShape 3"/>
          <p:cNvSpPr/>
          <p:nvPr/>
        </p:nvSpPr>
        <p:spPr>
          <a:xfrm>
            <a:off x="6553080" y="6356520"/>
            <a:ext cx="21330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E954CB02-ED6A-49F1-8128-1148FABE90FA}" type="slidenum">
              <a:rPr lang="en-US" sz="1200" b="1" u="none" strike="noStrike">
                <a:solidFill>
                  <a:srgbClr val="000000"/>
                </a:solidFill>
                <a:effectLst/>
                <a:uFillTx/>
                <a:latin typeface="Calibri"/>
                <a:ea typeface="MS PGothic"/>
              </a:rPr>
              <a:t>4</a:t>
            </a:fld>
            <a:endParaRPr lang="en-US" sz="1200" b="0" u="none" strike="noStrike">
              <a:solidFill>
                <a:srgbClr val="000000"/>
              </a:solidFill>
              <a:effectLst/>
              <a:uFillTx/>
              <a:latin typeface="Arial"/>
            </a:endParaRPr>
          </a:p>
        </p:txBody>
      </p:sp>
      <p:sp>
        <p:nvSpPr>
          <p:cNvPr id="233" name="TextShape 2"/>
          <p:cNvSpPr/>
          <p:nvPr/>
        </p:nvSpPr>
        <p:spPr>
          <a:xfrm>
            <a:off x="164160" y="1109880"/>
            <a:ext cx="8838360" cy="53596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43080" indent="-343080">
              <a:spcBef>
                <a:spcPts val="400"/>
              </a:spcBef>
              <a:buClr>
                <a:srgbClr val="000000"/>
              </a:buClr>
              <a:buFont typeface="Arial"/>
              <a:buChar char="•"/>
            </a:pPr>
            <a:r>
              <a:rPr lang="en-IN" sz="1600" dirty="0"/>
              <a:t>Logistics management system, Driver–Shipper marketplace, Real-time bidding system, Shipment tracking, Permit management, Automated permit notification, Transportation technology, Web-based platform, React.js, </a:t>
            </a:r>
            <a:r>
              <a:rPr lang="en-IN" sz="1600" dirty="0" err="1"/>
              <a:t>Supabase</a:t>
            </a:r>
            <a:r>
              <a:rPr lang="en-IN" sz="1600" dirty="0"/>
              <a:t>, Clerk authentication, Client-server architecture, Role-based access control, Digital freight platform, Supply chain optimization, Compliance monitoring, Load allocation system.</a:t>
            </a:r>
            <a:endParaRPr lang="en-US" sz="2000" b="0" u="none" strike="noStrike" dirty="0">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PlaceHolder 1"/>
          <p:cNvSpPr>
            <a:spLocks noGrp="1"/>
          </p:cNvSpPr>
          <p:nvPr>
            <p:ph type="title"/>
          </p:nvPr>
        </p:nvSpPr>
        <p:spPr>
          <a:xfrm>
            <a:off x="0" y="0"/>
            <a:ext cx="6931440" cy="913680"/>
          </a:xfrm>
          <a:prstGeom prst="rect">
            <a:avLst/>
          </a:prstGeom>
          <a:noFill/>
          <a:ln w="0">
            <a:noFill/>
          </a:ln>
        </p:spPr>
        <p:txBody>
          <a:bodyPr lIns="0" tIns="0" rIns="0" bIns="0" anchor="ctr">
            <a:noAutofit/>
          </a:bodyPr>
          <a:lstStyle/>
          <a:p>
            <a:pPr indent="0" defTabSz="914400">
              <a:lnSpc>
                <a:spcPct val="90000"/>
              </a:lnSpc>
              <a:buNone/>
            </a:pPr>
            <a:r>
              <a:rPr lang="en-US" sz="2000" b="0" u="none" strike="noStrike" dirty="0">
                <a:solidFill>
                  <a:schemeClr val="dk1"/>
                </a:solidFill>
                <a:effectLst/>
                <a:uFillTx/>
                <a:latin typeface="Arial"/>
              </a:rPr>
              <a:t>   </a:t>
            </a:r>
            <a:r>
              <a:rPr lang="en-US" sz="2000" b="0" u="none" strike="noStrike" dirty="0" err="1">
                <a:solidFill>
                  <a:schemeClr val="dk1"/>
                </a:solidFill>
                <a:effectLst/>
                <a:uFillTx/>
                <a:latin typeface="Arial"/>
              </a:rPr>
              <a:t>Supabase</a:t>
            </a:r>
            <a:r>
              <a:rPr lang="en-US" sz="2000" b="0" u="none" strike="noStrike" dirty="0">
                <a:solidFill>
                  <a:schemeClr val="dk1"/>
                </a:solidFill>
                <a:effectLst/>
                <a:uFillTx/>
                <a:latin typeface="Arial"/>
              </a:rPr>
              <a:t> Overview</a:t>
            </a:r>
          </a:p>
        </p:txBody>
      </p:sp>
      <p:pic>
        <p:nvPicPr>
          <p:cNvPr id="4" name="Picture 3">
            <a:extLst>
              <a:ext uri="{FF2B5EF4-FFF2-40B4-BE49-F238E27FC236}">
                <a16:creationId xmlns:a16="http://schemas.microsoft.com/office/drawing/2014/main" id="{30196CDF-76D1-44E6-61A0-A8B4B04DF8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26" y="913680"/>
            <a:ext cx="9068355" cy="545762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defTabSz="914400">
              <a:lnSpc>
                <a:spcPct val="90000"/>
              </a:lnSpc>
              <a:buNone/>
            </a:pPr>
            <a:r>
              <a:rPr lang="en-IN" sz="2000" b="0" u="none" strike="noStrike">
                <a:solidFill>
                  <a:schemeClr val="dk1"/>
                </a:solidFill>
                <a:effectLst/>
                <a:uFillTx/>
                <a:latin typeface="Arial"/>
                <a:ea typeface="DejaVu Sans"/>
              </a:rPr>
              <a:t>		</a:t>
            </a:r>
            <a:r>
              <a:rPr lang="en-US" sz="1800" b="1" u="sng" strike="noStrike">
                <a:solidFill>
                  <a:schemeClr val="dk1"/>
                </a:solidFill>
                <a:effectLst/>
                <a:uFillTx/>
                <a:latin typeface="Times New Roman"/>
                <a:ea typeface="Calibri"/>
              </a:rPr>
              <a:t>TECHNOLOGIES AND TOOLS</a:t>
            </a:r>
            <a:endParaRPr lang="en-US" sz="1800" b="0" u="none" strike="noStrike">
              <a:solidFill>
                <a:schemeClr val="dk1"/>
              </a:solidFill>
              <a:effectLst/>
              <a:uFillTx/>
              <a:latin typeface="Arial"/>
            </a:endParaRPr>
          </a:p>
        </p:txBody>
      </p:sp>
      <p:sp>
        <p:nvSpPr>
          <p:cNvPr id="240" name="TextBox 2"/>
          <p:cNvSpPr/>
          <p:nvPr/>
        </p:nvSpPr>
        <p:spPr>
          <a:xfrm>
            <a:off x="265525" y="1160353"/>
            <a:ext cx="8091720" cy="4553639"/>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r>
              <a:rPr lang="en-US" sz="1600" b="1" dirty="0" err="1"/>
              <a:t>SarthiX</a:t>
            </a:r>
            <a:r>
              <a:rPr lang="en-US" sz="1600" dirty="0"/>
              <a:t> employs a wide range of cutting-edge tools and technologies that ensure scalability, security and real-time capabilities.</a:t>
            </a:r>
          </a:p>
          <a:p>
            <a:endParaRPr lang="en-US" sz="1600" dirty="0"/>
          </a:p>
          <a:p>
            <a:r>
              <a:rPr lang="en-US" sz="1600" b="1" dirty="0"/>
              <a:t>React.js (with Vite): </a:t>
            </a:r>
            <a:r>
              <a:rPr lang="en-US" sz="1600" dirty="0"/>
              <a:t>To build a highly performant, responsive &amp; dynamic front-end. This allows drivers and shippers to easily switch between dashboards.</a:t>
            </a:r>
          </a:p>
          <a:p>
            <a:endParaRPr lang="en-US" sz="1600" dirty="0"/>
          </a:p>
          <a:p>
            <a:r>
              <a:rPr lang="en-US" sz="1600" b="1" dirty="0" err="1"/>
              <a:t>Supabase</a:t>
            </a:r>
            <a:r>
              <a:rPr lang="en-US" sz="1600" b="1" dirty="0"/>
              <a:t>: </a:t>
            </a:r>
            <a:r>
              <a:rPr lang="en-US" sz="1600" dirty="0"/>
              <a:t>you get a backend which offers you everything from PostgreSQL database, Real time data and user secure storage of users bids, shipment records and permit records.</a:t>
            </a:r>
          </a:p>
          <a:p>
            <a:endParaRPr lang="en-US" sz="1600" dirty="0"/>
          </a:p>
          <a:p>
            <a:r>
              <a:rPr lang="en-US" sz="1600" b="1" dirty="0"/>
              <a:t>Clerk</a:t>
            </a:r>
            <a:r>
              <a:rPr lang="en-US" sz="1600" dirty="0"/>
              <a:t> </a:t>
            </a:r>
            <a:r>
              <a:rPr lang="en-US" sz="1600" dirty="0" err="1"/>
              <a:t>Authenticaionit</a:t>
            </a:r>
            <a:r>
              <a:rPr lang="en-US" sz="1600" dirty="0"/>
              <a:t> will authenticate the user securely and take care of role based access for Driver / Shipper login.</a:t>
            </a:r>
          </a:p>
          <a:p>
            <a:endParaRPr lang="en-US" sz="1600" dirty="0"/>
          </a:p>
          <a:p>
            <a:r>
              <a:rPr lang="en-US" sz="1600" b="1" dirty="0"/>
              <a:t>REST APIs: </a:t>
            </a:r>
            <a:r>
              <a:rPr lang="en-US" sz="1600" dirty="0"/>
              <a:t>To efficiently communicate between front-end and back-end services while maintaining secure transmission of data.</a:t>
            </a:r>
          </a:p>
          <a:p>
            <a:endParaRPr lang="en-US" sz="1600" dirty="0"/>
          </a:p>
          <a:p>
            <a:endParaRPr lang="en-US" sz="1600" dirty="0"/>
          </a:p>
          <a:p>
            <a:pPr defTabSz="914400">
              <a:lnSpc>
                <a:spcPct val="100000"/>
              </a:lnSpc>
            </a:pPr>
            <a:endParaRPr lang="en-US" sz="1800" b="0" u="none" strike="noStrike" dirty="0">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D518C-5405-EA4C-EA4E-81D0A21C4A1C}"/>
              </a:ext>
            </a:extLst>
          </p:cNvPr>
          <p:cNvSpPr>
            <a:spLocks noGrp="1"/>
          </p:cNvSpPr>
          <p:nvPr>
            <p:ph type="title"/>
          </p:nvPr>
        </p:nvSpPr>
        <p:spPr>
          <a:xfrm>
            <a:off x="1273277" y="-119689"/>
            <a:ext cx="8229240" cy="1144800"/>
          </a:xfrm>
        </p:spPr>
        <p:txBody>
          <a:bodyPr/>
          <a:lstStyle/>
          <a:p>
            <a:r>
              <a:rPr lang="en-US" sz="1800" b="1" u="sng">
                <a:latin typeface="Times New Roman" panose="02020603050405020304" pitchFamily="18" charset="0"/>
                <a:cs typeface="Times New Roman" panose="02020603050405020304" pitchFamily="18" charset="0"/>
              </a:rPr>
              <a:t>VISUAL REPRESENTATION</a:t>
            </a:r>
          </a:p>
        </p:txBody>
      </p:sp>
      <p:pic>
        <p:nvPicPr>
          <p:cNvPr id="5" name="Picture 4">
            <a:extLst>
              <a:ext uri="{FF2B5EF4-FFF2-40B4-BE49-F238E27FC236}">
                <a16:creationId xmlns:a16="http://schemas.microsoft.com/office/drawing/2014/main" id="{8EB82B4B-55FF-99D5-0496-0799F181F9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478" y="1025111"/>
            <a:ext cx="8740878" cy="5267533"/>
          </a:xfrm>
          <a:prstGeom prst="rect">
            <a:avLst/>
          </a:prstGeom>
        </p:spPr>
      </p:pic>
    </p:spTree>
    <p:extLst>
      <p:ext uri="{BB962C8B-B14F-4D97-AF65-F5344CB8AC3E}">
        <p14:creationId xmlns:p14="http://schemas.microsoft.com/office/powerpoint/2010/main" val="1540931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83E2E-7E4B-7C92-8FE3-EFAD93411EF6}"/>
              </a:ext>
            </a:extLst>
          </p:cNvPr>
          <p:cNvSpPr>
            <a:spLocks noGrp="1"/>
          </p:cNvSpPr>
          <p:nvPr>
            <p:ph type="title"/>
          </p:nvPr>
        </p:nvSpPr>
        <p:spPr>
          <a:xfrm>
            <a:off x="1209368" y="0"/>
            <a:ext cx="5485680" cy="913680"/>
          </a:xfrm>
        </p:spPr>
        <p:txBody>
          <a:bodyPr/>
          <a:lstStyle/>
          <a:p>
            <a:r>
              <a:rPr lang="en-US" sz="1800" b="1" u="sng">
                <a:latin typeface="Times New Roman" panose="02020603050405020304" pitchFamily="18" charset="0"/>
                <a:cs typeface="Times New Roman" panose="02020603050405020304" pitchFamily="18" charset="0"/>
              </a:rPr>
              <a:t>VISUAL REPRESENTATION</a:t>
            </a:r>
            <a:endParaRPr lang="en-US" sz="1800"/>
          </a:p>
        </p:txBody>
      </p:sp>
      <p:pic>
        <p:nvPicPr>
          <p:cNvPr id="6" name="Picture 5">
            <a:extLst>
              <a:ext uri="{FF2B5EF4-FFF2-40B4-BE49-F238E27FC236}">
                <a16:creationId xmlns:a16="http://schemas.microsoft.com/office/drawing/2014/main" id="{29A399F8-3D40-96DB-655B-CBA0BDDEA3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484" y="1052052"/>
            <a:ext cx="8839201" cy="5456903"/>
          </a:xfrm>
          <a:prstGeom prst="rect">
            <a:avLst/>
          </a:prstGeom>
        </p:spPr>
      </p:pic>
    </p:spTree>
    <p:extLst>
      <p:ext uri="{BB962C8B-B14F-4D97-AF65-F5344CB8AC3E}">
        <p14:creationId xmlns:p14="http://schemas.microsoft.com/office/powerpoint/2010/main" val="815270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CAD9A-03DA-2DB7-16AD-9E55F6C2B369}"/>
              </a:ext>
            </a:extLst>
          </p:cNvPr>
          <p:cNvSpPr>
            <a:spLocks noGrp="1"/>
          </p:cNvSpPr>
          <p:nvPr>
            <p:ph type="title"/>
          </p:nvPr>
        </p:nvSpPr>
        <p:spPr>
          <a:xfrm>
            <a:off x="1288026" y="0"/>
            <a:ext cx="5485680" cy="913680"/>
          </a:xfrm>
        </p:spPr>
        <p:txBody>
          <a:bodyPr/>
          <a:lstStyle/>
          <a:p>
            <a:r>
              <a:rPr lang="en-US" sz="1800" b="1" u="sng">
                <a:latin typeface="Times New Roman" panose="02020603050405020304" pitchFamily="18" charset="0"/>
                <a:cs typeface="Times New Roman" panose="02020603050405020304" pitchFamily="18" charset="0"/>
              </a:rPr>
              <a:t>VISUAL REPRESENTATION</a:t>
            </a:r>
            <a:endParaRPr lang="en-US" sz="1800"/>
          </a:p>
        </p:txBody>
      </p:sp>
      <p:pic>
        <p:nvPicPr>
          <p:cNvPr id="8" name="Picture 7">
            <a:extLst>
              <a:ext uri="{FF2B5EF4-FFF2-40B4-BE49-F238E27FC236}">
                <a16:creationId xmlns:a16="http://schemas.microsoft.com/office/drawing/2014/main" id="{E7007499-3471-DE00-15A4-E5BFC78856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652" y="1052052"/>
            <a:ext cx="8819535" cy="5230761"/>
          </a:xfrm>
          <a:prstGeom prst="rect">
            <a:avLst/>
          </a:prstGeom>
        </p:spPr>
      </p:pic>
    </p:spTree>
    <p:extLst>
      <p:ext uri="{BB962C8B-B14F-4D97-AF65-F5344CB8AC3E}">
        <p14:creationId xmlns:p14="http://schemas.microsoft.com/office/powerpoint/2010/main" val="1947858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defTabSz="914400">
              <a:lnSpc>
                <a:spcPct val="90000"/>
              </a:lnSpc>
              <a:buNone/>
            </a:pPr>
            <a:r>
              <a:rPr lang="en-IN" sz="2000" b="1" u="none" strike="noStrike">
                <a:solidFill>
                  <a:schemeClr val="dk1"/>
                </a:solidFill>
                <a:effectLst/>
                <a:uFillTx/>
                <a:latin typeface="Arial"/>
                <a:ea typeface="DejaVu Sans"/>
              </a:rPr>
              <a:t>   Future Scope</a:t>
            </a:r>
            <a:endParaRPr lang="en-US" sz="2000" b="0" u="none" strike="noStrike">
              <a:solidFill>
                <a:schemeClr val="dk1"/>
              </a:solidFill>
              <a:effectLst/>
              <a:uFillTx/>
              <a:latin typeface="Arial"/>
            </a:endParaRPr>
          </a:p>
        </p:txBody>
      </p:sp>
      <p:sp>
        <p:nvSpPr>
          <p:cNvPr id="242" name="TextBox 3"/>
          <p:cNvSpPr/>
          <p:nvPr/>
        </p:nvSpPr>
        <p:spPr>
          <a:xfrm>
            <a:off x="255786" y="913680"/>
            <a:ext cx="7898400" cy="590785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r>
              <a:rPr lang="en-US" sz="1600" b="1" dirty="0" err="1"/>
              <a:t>SarthiX</a:t>
            </a:r>
            <a:r>
              <a:rPr lang="en-US" sz="1600" dirty="0"/>
              <a:t> has large scope to grow in future. The expanding of the platform from basic features to intelligent logistics technology and digital transportation system shall enable augmentation in operational efficiency, automation, transparency. Future improvements may include.</a:t>
            </a:r>
          </a:p>
          <a:p>
            <a:endParaRPr lang="en-US" sz="1600" dirty="0"/>
          </a:p>
          <a:p>
            <a:r>
              <a:rPr lang="en-US" sz="1600" b="1" dirty="0"/>
              <a:t>AI Enabled Price Recommendation: </a:t>
            </a:r>
            <a:r>
              <a:rPr lang="en-US" sz="1600" dirty="0"/>
              <a:t>AI-driven insights to recommend ideal bidding prices based on earlier shipment records, distance, trend in fuel costs, and demand behavior.</a:t>
            </a:r>
          </a:p>
          <a:p>
            <a:endParaRPr lang="en-US" sz="1600" dirty="0"/>
          </a:p>
          <a:p>
            <a:r>
              <a:rPr lang="en-US" sz="1600" b="1" dirty="0"/>
              <a:t>Live GPS </a:t>
            </a:r>
            <a:r>
              <a:rPr lang="en-US" sz="1600" b="1" dirty="0" err="1"/>
              <a:t>TrackingIntegration:</a:t>
            </a:r>
            <a:r>
              <a:rPr lang="en-US" sz="1600" dirty="0" err="1"/>
              <a:t>Real-time</a:t>
            </a:r>
            <a:r>
              <a:rPr lang="en-US" sz="1600" dirty="0"/>
              <a:t> immersive and accurate advanced live GPS tracking with route optimization, estimated delivery time prediction, and traffic signal-based re-routing.</a:t>
            </a:r>
          </a:p>
          <a:p>
            <a:endParaRPr lang="en-US" sz="1600" dirty="0"/>
          </a:p>
          <a:p>
            <a:r>
              <a:rPr lang="en-US" sz="1600" b="1" dirty="0"/>
              <a:t>In-App Communication </a:t>
            </a:r>
            <a:r>
              <a:rPr lang="en-US" sz="1600" b="1" dirty="0" err="1"/>
              <a:t>System:</a:t>
            </a:r>
            <a:r>
              <a:rPr lang="en-US" sz="1600" dirty="0" err="1"/>
              <a:t>Built-in</a:t>
            </a:r>
            <a:r>
              <a:rPr lang="en-US" sz="1600" dirty="0"/>
              <a:t> chat and call functionality to enable seamless communication between drivers and shippers without relying on external platforms.</a:t>
            </a:r>
          </a:p>
          <a:p>
            <a:endParaRPr lang="en-US" sz="1600" dirty="0"/>
          </a:p>
          <a:p>
            <a:r>
              <a:rPr lang="en-US" sz="1600" b="1" dirty="0"/>
              <a:t>Digital Document </a:t>
            </a:r>
            <a:r>
              <a:rPr lang="en-US" sz="1600" b="1" dirty="0" err="1"/>
              <a:t>Verification:</a:t>
            </a:r>
            <a:r>
              <a:rPr lang="en-US" sz="1600" dirty="0" err="1"/>
              <a:t>Integration</a:t>
            </a:r>
            <a:r>
              <a:rPr lang="en-US" sz="1600" dirty="0"/>
              <a:t> of automated document verification for permits, insurance, and licenses to reduce manual verification delays and enhance compliance.</a:t>
            </a:r>
          </a:p>
          <a:p>
            <a:pPr defTabSz="914400">
              <a:lnSpc>
                <a:spcPct val="100000"/>
              </a:lnSpc>
              <a:tabLst>
                <a:tab pos="457200" algn="l"/>
              </a:tabLst>
            </a:pPr>
            <a:endParaRPr lang="en-US" sz="1600" b="0" u="none" strike="noStrike" dirty="0">
              <a:solidFill>
                <a:srgbClr val="000000"/>
              </a:solidFill>
              <a:effectLst/>
              <a:uFillTx/>
              <a:latin typeface="Arial"/>
            </a:endParaRPr>
          </a:p>
          <a:p>
            <a:pPr defTabSz="914400">
              <a:lnSpc>
                <a:spcPct val="100000"/>
              </a:lnSpc>
              <a:tabLst>
                <a:tab pos="457200" algn="l"/>
              </a:tabLst>
            </a:pPr>
            <a:endParaRPr lang="en-US" sz="1800" b="0" u="none" strike="noStrike" dirty="0">
              <a:solidFill>
                <a:srgbClr val="000000"/>
              </a:solidFill>
              <a:effectLst/>
              <a:uFillTx/>
              <a:latin typeface="Arial"/>
            </a:endParaRPr>
          </a:p>
          <a:p>
            <a:pPr defTabSz="914400">
              <a:lnSpc>
                <a:spcPct val="100000"/>
              </a:lnSpc>
              <a:tabLst>
                <a:tab pos="457200" algn="l"/>
              </a:tabLst>
            </a:pPr>
            <a:endParaRPr lang="en-US" sz="1800" b="0" u="none" strike="noStrike" dirty="0">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defTabSz="914400">
              <a:lnSpc>
                <a:spcPct val="90000"/>
              </a:lnSpc>
              <a:buNone/>
            </a:pPr>
            <a:r>
              <a:rPr lang="en-IN" sz="2000" b="1" u="none" strike="noStrike">
                <a:solidFill>
                  <a:schemeClr val="dk1"/>
                </a:solidFill>
                <a:effectLst/>
                <a:uFillTx/>
                <a:latin typeface="Arial"/>
                <a:ea typeface="DejaVu Sans"/>
              </a:rPr>
              <a:t>   Conclusion</a:t>
            </a:r>
            <a:endParaRPr lang="en-US" sz="2000" b="0" u="none" strike="noStrike">
              <a:solidFill>
                <a:schemeClr val="dk1"/>
              </a:solidFill>
              <a:effectLst/>
              <a:uFillTx/>
              <a:latin typeface="Arial"/>
            </a:endParaRPr>
          </a:p>
        </p:txBody>
      </p:sp>
      <p:sp>
        <p:nvSpPr>
          <p:cNvPr id="244" name="TextBox 3"/>
          <p:cNvSpPr/>
          <p:nvPr/>
        </p:nvSpPr>
        <p:spPr>
          <a:xfrm>
            <a:off x="103500" y="913680"/>
            <a:ext cx="8937000" cy="504608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r>
              <a:rPr lang="en-US" sz="1600" dirty="0"/>
              <a:t>The evolution of </a:t>
            </a:r>
            <a:r>
              <a:rPr lang="en-US" sz="1600" b="1" dirty="0" err="1"/>
              <a:t>SarthiX</a:t>
            </a:r>
            <a:r>
              <a:rPr lang="en-US" sz="1600" dirty="0"/>
              <a:t> is a major progress in the digital logistics and transportation management systems. The system should be able to bridge the gap between traditional freight allocation methods and modern digital marketplace solutions by integrating a real-time bidding mechanism, shipment lifecycle tracking, and automated permit compliance monitoring, all onto a web-based platform. It allows drivers and shippers to communicate with transparency, make better decisions, and execute their shipments with ease.</a:t>
            </a:r>
          </a:p>
          <a:p>
            <a:pPr algn="just"/>
            <a:endParaRPr lang="en-US" sz="1600" dirty="0"/>
          </a:p>
          <a:p>
            <a:pPr algn="just"/>
            <a:endParaRPr lang="en-US" sz="1600" dirty="0"/>
          </a:p>
          <a:p>
            <a:pPr algn="just"/>
            <a:r>
              <a:rPr lang="en-US" sz="1600" dirty="0"/>
              <a:t>Using technologies like, Vite, React. Built with Node, React, TypeScript, </a:t>
            </a:r>
            <a:r>
              <a:rPr lang="en-US" sz="1600" dirty="0" err="1"/>
              <a:t>Nextjs</a:t>
            </a:r>
            <a:r>
              <a:rPr lang="en-US" sz="1600" dirty="0"/>
              <a:t>, </a:t>
            </a:r>
            <a:r>
              <a:rPr lang="en-US" sz="1600" dirty="0" err="1"/>
              <a:t>Supabase</a:t>
            </a:r>
            <a:r>
              <a:rPr lang="en-US" sz="1600" dirty="0"/>
              <a:t> &amp; Clerk authentication; </a:t>
            </a:r>
            <a:r>
              <a:rPr lang="en-US" sz="1600" b="1" dirty="0" err="1"/>
              <a:t>SarthiX</a:t>
            </a:r>
            <a:r>
              <a:rPr lang="en-US" sz="1600" dirty="0"/>
              <a:t> provides a hassle-free experience for all wanting maximum scalability with optimal performance and security while achieving reliable role-based access control. Not only does the platform simplify load assignment and bidding processes and lowers your compliance risk with automated </a:t>
            </a:r>
            <a:r>
              <a:rPr lang="en-US" sz="1600" dirty="0" err="1"/>
              <a:t>permait</a:t>
            </a:r>
            <a:r>
              <a:rPr lang="en-US" sz="1600" dirty="0"/>
              <a:t> notifications and monitoring capabilities.</a:t>
            </a:r>
          </a:p>
          <a:p>
            <a:pPr algn="just"/>
            <a:endParaRPr lang="en-US" sz="1600" dirty="0"/>
          </a:p>
          <a:p>
            <a:pPr algn="just"/>
            <a:endParaRPr lang="en-US" sz="1600" dirty="0"/>
          </a:p>
          <a:p>
            <a:r>
              <a:rPr lang="en-US" sz="1600" dirty="0"/>
              <a:t>In summary, </a:t>
            </a:r>
            <a:r>
              <a:rPr lang="en-US" sz="1600" b="1" dirty="0" err="1"/>
              <a:t>SarthiX</a:t>
            </a:r>
            <a:r>
              <a:rPr lang="en-US" sz="1600" dirty="0"/>
              <a:t> is not a logistics marketplace at all; it is an integrated operational and compliance ecosystem that drives transparency, efficiency and trust across the transportation space. With ongoing improvements and-enabled by new technology, the platform could become a true one-stop shop for an intelligent and ubiquitous digital freights management.</a:t>
            </a:r>
          </a:p>
          <a:p>
            <a:pPr defTabSz="914400">
              <a:lnSpc>
                <a:spcPct val="100000"/>
              </a:lnSpc>
            </a:pPr>
            <a:endParaRPr lang="en-US" sz="1800" b="0" u="none" strike="noStrike" dirty="0">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defTabSz="914400">
              <a:lnSpc>
                <a:spcPct val="90000"/>
              </a:lnSpc>
              <a:buNone/>
            </a:pPr>
            <a:r>
              <a:rPr lang="en-IN" sz="2000" b="1" u="none" strike="noStrike" dirty="0">
                <a:solidFill>
                  <a:schemeClr val="dk1"/>
                </a:solidFill>
                <a:effectLst/>
                <a:uFillTx/>
                <a:latin typeface="Arial"/>
                <a:ea typeface="DejaVu Sans"/>
              </a:rPr>
              <a:t>   Bibliography/References</a:t>
            </a:r>
            <a:endParaRPr lang="en-US" sz="2000" b="0" u="none" strike="noStrike" dirty="0">
              <a:solidFill>
                <a:schemeClr val="dk1"/>
              </a:solidFill>
              <a:effectLst/>
              <a:uFillTx/>
              <a:latin typeface="Arial"/>
            </a:endParaRPr>
          </a:p>
        </p:txBody>
      </p:sp>
      <p:sp>
        <p:nvSpPr>
          <p:cNvPr id="246" name="TextBox 3"/>
          <p:cNvSpPr/>
          <p:nvPr/>
        </p:nvSpPr>
        <p:spPr>
          <a:xfrm>
            <a:off x="118080" y="835626"/>
            <a:ext cx="8907840" cy="586938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r>
              <a:rPr lang="en-IN" sz="1500" b="1" dirty="0"/>
              <a:t>React (Official Documentation)</a:t>
            </a:r>
            <a:br>
              <a:rPr lang="en-IN" sz="1500" dirty="0"/>
            </a:br>
            <a:r>
              <a:rPr lang="en-IN" sz="1500" dirty="0"/>
              <a:t>Meta. </a:t>
            </a:r>
            <a:r>
              <a:rPr lang="en-IN" sz="1500" i="1" dirty="0"/>
              <a:t>React – A JavaScript Library for Building User Interfaces.</a:t>
            </a:r>
            <a:br>
              <a:rPr lang="en-IN" sz="1500" dirty="0"/>
            </a:br>
            <a:r>
              <a:rPr lang="en-IN" sz="1500" dirty="0">
                <a:hlinkClick r:id="rId2"/>
              </a:rPr>
              <a:t>https://react.dev</a:t>
            </a:r>
            <a:endParaRPr lang="en-IN" sz="1500" dirty="0"/>
          </a:p>
          <a:p>
            <a:r>
              <a:rPr lang="en-IN" sz="1500" b="1" dirty="0"/>
              <a:t>Vite (Official Documentation)</a:t>
            </a:r>
            <a:br>
              <a:rPr lang="en-IN" sz="1500" dirty="0"/>
            </a:br>
            <a:r>
              <a:rPr lang="en-IN" sz="1500" dirty="0"/>
              <a:t>Evan You. </a:t>
            </a:r>
            <a:r>
              <a:rPr lang="en-IN" sz="1500" i="1" dirty="0"/>
              <a:t>Vite – Next Generation Frontend Tooling.</a:t>
            </a:r>
            <a:br>
              <a:rPr lang="en-IN" sz="1500" dirty="0"/>
            </a:br>
            <a:r>
              <a:rPr lang="en-IN" sz="1500" dirty="0">
                <a:hlinkClick r:id="rId3"/>
              </a:rPr>
              <a:t>https://vitejs.dev</a:t>
            </a:r>
            <a:endParaRPr lang="en-IN" sz="1500" dirty="0"/>
          </a:p>
          <a:p>
            <a:r>
              <a:rPr lang="en-IN" sz="1500" b="1" dirty="0"/>
              <a:t>Clerk (Authentication Platform)</a:t>
            </a:r>
            <a:br>
              <a:rPr lang="en-IN" sz="1500" dirty="0"/>
            </a:br>
            <a:r>
              <a:rPr lang="en-IN" sz="1500" dirty="0"/>
              <a:t>Clerk Inc. </a:t>
            </a:r>
            <a:r>
              <a:rPr lang="en-IN" sz="1500" i="1" dirty="0"/>
              <a:t>Clerk – Authentication and User Management.</a:t>
            </a:r>
            <a:br>
              <a:rPr lang="en-IN" sz="1500" dirty="0"/>
            </a:br>
            <a:r>
              <a:rPr lang="en-IN" sz="1500" dirty="0">
                <a:hlinkClick r:id="rId4"/>
              </a:rPr>
              <a:t>https://clerk.com/docs</a:t>
            </a:r>
            <a:endParaRPr lang="en-IN" sz="1500" dirty="0"/>
          </a:p>
          <a:p>
            <a:r>
              <a:rPr lang="en-IN" sz="1500" b="1" dirty="0"/>
              <a:t>Tailwind CSS (Official Documentation)</a:t>
            </a:r>
            <a:br>
              <a:rPr lang="en-IN" sz="1500" dirty="0"/>
            </a:br>
            <a:r>
              <a:rPr lang="en-IN" sz="1500" dirty="0"/>
              <a:t>Tailwind Labs. </a:t>
            </a:r>
            <a:r>
              <a:rPr lang="en-IN" sz="1500" i="1" dirty="0"/>
              <a:t>Tailwind CSS – Utility-First CSS Framework.</a:t>
            </a:r>
            <a:br>
              <a:rPr lang="en-IN" sz="1500" dirty="0"/>
            </a:br>
            <a:r>
              <a:rPr lang="en-IN" sz="1500" dirty="0">
                <a:hlinkClick r:id="rId5"/>
              </a:rPr>
              <a:t>https://tailwindcss.com/docs</a:t>
            </a:r>
            <a:endParaRPr lang="en-IN" sz="1500" dirty="0"/>
          </a:p>
          <a:p>
            <a:r>
              <a:rPr lang="en-IN" sz="1500" b="1" dirty="0" err="1"/>
              <a:t>Supabase</a:t>
            </a:r>
            <a:r>
              <a:rPr lang="en-IN" sz="1500" b="1" dirty="0"/>
              <a:t> (Official Documentation)</a:t>
            </a:r>
            <a:br>
              <a:rPr lang="en-IN" sz="1500" dirty="0"/>
            </a:br>
            <a:r>
              <a:rPr lang="en-IN" sz="1500" dirty="0" err="1"/>
              <a:t>Supabase</a:t>
            </a:r>
            <a:r>
              <a:rPr lang="en-IN" sz="1500" dirty="0"/>
              <a:t> Inc. </a:t>
            </a:r>
            <a:r>
              <a:rPr lang="en-IN" sz="1500" i="1" dirty="0" err="1"/>
              <a:t>Supabase</a:t>
            </a:r>
            <a:r>
              <a:rPr lang="en-IN" sz="1500" i="1" dirty="0"/>
              <a:t> – Open Source Firebase Alternative.</a:t>
            </a:r>
            <a:br>
              <a:rPr lang="en-IN" sz="1500" dirty="0"/>
            </a:br>
            <a:r>
              <a:rPr lang="en-IN" sz="1500" dirty="0">
                <a:hlinkClick r:id="rId6"/>
              </a:rPr>
              <a:t>https://supabase.com/docs</a:t>
            </a:r>
            <a:endParaRPr lang="en-IN" sz="1500" dirty="0"/>
          </a:p>
          <a:p>
            <a:r>
              <a:rPr lang="en-IN" sz="1500" b="1" dirty="0" err="1"/>
              <a:t>Supabase</a:t>
            </a:r>
            <a:r>
              <a:rPr lang="en-IN" sz="1500" b="1" dirty="0"/>
              <a:t> Storage (Bucket Service)</a:t>
            </a:r>
            <a:br>
              <a:rPr lang="en-IN" sz="1500" dirty="0"/>
            </a:br>
            <a:r>
              <a:rPr lang="en-IN" sz="1500" dirty="0" err="1"/>
              <a:t>Supabase</a:t>
            </a:r>
            <a:r>
              <a:rPr lang="en-IN" sz="1500" dirty="0"/>
              <a:t> Inc. </a:t>
            </a:r>
            <a:r>
              <a:rPr lang="en-IN" sz="1500" i="1" dirty="0" err="1"/>
              <a:t>Supabase</a:t>
            </a:r>
            <a:r>
              <a:rPr lang="en-IN" sz="1500" i="1" dirty="0"/>
              <a:t> Storage – File &amp; Object Storage.</a:t>
            </a:r>
            <a:br>
              <a:rPr lang="en-IN" sz="1500" dirty="0"/>
            </a:br>
            <a:r>
              <a:rPr lang="en-IN" sz="1500" dirty="0">
                <a:hlinkClick r:id="rId7"/>
              </a:rPr>
              <a:t>https://supabase.com/docs/guides/storage</a:t>
            </a:r>
            <a:endParaRPr lang="en-IN" sz="1500" dirty="0"/>
          </a:p>
          <a:p>
            <a:r>
              <a:rPr lang="en-IN" sz="1500" b="1" dirty="0"/>
              <a:t>Express.js (Official Documentation)</a:t>
            </a:r>
            <a:br>
              <a:rPr lang="en-IN" sz="1500" dirty="0"/>
            </a:br>
            <a:r>
              <a:rPr lang="en-IN" sz="1500" dirty="0" err="1"/>
              <a:t>OpenJS</a:t>
            </a:r>
            <a:r>
              <a:rPr lang="en-IN" sz="1500" dirty="0"/>
              <a:t> Foundation. </a:t>
            </a:r>
            <a:r>
              <a:rPr lang="en-IN" sz="1500" i="1" dirty="0"/>
              <a:t>Express – Fast, Unopinionated Web Framework for Node.js.</a:t>
            </a:r>
            <a:br>
              <a:rPr lang="en-IN" sz="1500" dirty="0"/>
            </a:br>
            <a:r>
              <a:rPr lang="en-IN" sz="1500" dirty="0">
                <a:hlinkClick r:id="rId8"/>
              </a:rPr>
              <a:t>https://expressjs.com</a:t>
            </a:r>
            <a:endParaRPr lang="en-IN" sz="1500" dirty="0"/>
          </a:p>
          <a:p>
            <a:r>
              <a:rPr lang="en-IN" sz="1500" b="1" dirty="0"/>
              <a:t>PostgreSQL (Official Documentation)</a:t>
            </a:r>
            <a:br>
              <a:rPr lang="en-IN" sz="1500" dirty="0"/>
            </a:br>
            <a:r>
              <a:rPr lang="en-IN" sz="1500" dirty="0"/>
              <a:t>PostgreSQL Global Development Group. </a:t>
            </a:r>
            <a:r>
              <a:rPr lang="en-IN" sz="1500" i="1" dirty="0"/>
              <a:t>PostgreSQL – Advanced Open Source Relational Database.</a:t>
            </a:r>
            <a:br>
              <a:rPr lang="en-IN" sz="1500" dirty="0"/>
            </a:br>
            <a:r>
              <a:rPr lang="en-IN" sz="1500" dirty="0">
                <a:hlinkClick r:id="rId9"/>
              </a:rPr>
              <a:t>https://www.postgresql.org/docs</a:t>
            </a:r>
            <a:endParaRPr lang="en-IN" sz="1500" dirty="0"/>
          </a:p>
          <a:p>
            <a:pPr defTabSz="914400">
              <a:lnSpc>
                <a:spcPct val="100000"/>
              </a:lnSpc>
              <a:tabLst>
                <a:tab pos="457200" algn="l"/>
              </a:tabLst>
            </a:pPr>
            <a:endParaRPr lang="en-US" sz="1550" b="0" u="none" strike="noStrike" dirty="0">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TextShape 1"/>
          <p:cNvSpPr/>
          <p:nvPr/>
        </p:nvSpPr>
        <p:spPr>
          <a:xfrm>
            <a:off x="1297440" y="2821680"/>
            <a:ext cx="6705360" cy="14104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 sz="5400" b="0" u="none" strike="noStrike">
                <a:solidFill>
                  <a:schemeClr val="dk1"/>
                </a:solidFill>
                <a:effectLst/>
                <a:uFillTx/>
                <a:latin typeface="Times New Roman"/>
                <a:ea typeface="DejaVu Sans"/>
              </a:rPr>
              <a:t>Thank You</a:t>
            </a:r>
            <a:endParaRPr lang="en-US" sz="5400" b="0" u="none" strike="noStrike">
              <a:solidFill>
                <a:srgbClr val="000000"/>
              </a:solidFill>
              <a:effectLst/>
              <a:uFillTx/>
              <a:latin typeface="Arial"/>
            </a:endParaRPr>
          </a:p>
        </p:txBody>
      </p:sp>
      <p:sp>
        <p:nvSpPr>
          <p:cNvPr id="248" name="TextShape 3"/>
          <p:cNvSpPr/>
          <p:nvPr/>
        </p:nvSpPr>
        <p:spPr>
          <a:xfrm>
            <a:off x="6553080" y="6356520"/>
            <a:ext cx="21330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E19D697E-C37C-41BD-90BD-A4D3EF4BFD80}" type="slidenum">
              <a:rPr lang="en-US" sz="1200" b="1" u="none" strike="noStrike">
                <a:solidFill>
                  <a:srgbClr val="000000"/>
                </a:solidFill>
                <a:effectLst/>
                <a:uFillTx/>
                <a:latin typeface="Calibri"/>
                <a:ea typeface="MS PGothic"/>
              </a:rPr>
              <a:t>13</a:t>
            </a:fld>
            <a:endParaRPr lang="en-US" sz="12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35544</TotalTime>
  <Words>1072</Words>
  <Application>Microsoft Office PowerPoint</Application>
  <PresentationFormat>On-screen Show (4:3)</PresentationFormat>
  <Paragraphs>89</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Symbol</vt:lpstr>
      <vt:lpstr>Times New Roman</vt:lpstr>
      <vt:lpstr>Wingdings</vt:lpstr>
      <vt:lpstr>Office Theme</vt:lpstr>
      <vt:lpstr>PowerPoint Presentation</vt:lpstr>
      <vt:lpstr>PowerPoint Presentation</vt:lpstr>
      <vt:lpstr> Software and Hardware Requirement Specification </vt:lpstr>
      <vt:lpstr>PowerPoint Presentation</vt:lpstr>
      <vt:lpstr>   Supabase Overview</vt:lpstr>
      <vt:lpstr>  TECHNOLOGIES AND TOOLS</vt:lpstr>
      <vt:lpstr>VISUAL REPRESENTATION</vt:lpstr>
      <vt:lpstr>VISUAL REPRESENTATION</vt:lpstr>
      <vt:lpstr>VISUAL REPRESENTATION</vt:lpstr>
      <vt:lpstr>   Future Scope</vt:lpstr>
      <vt:lpstr>   Conclusion</vt:lpstr>
      <vt:lpstr>   Bibliography/References</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
  <dc:creator>ABC</dc:creator>
  <dc:description/>
  <cp:lastModifiedBy>Aryan Singh</cp:lastModifiedBy>
  <cp:revision>2331</cp:revision>
  <cp:lastPrinted>2026-04-24T08:34:13Z</cp:lastPrinted>
  <dcterms:created xsi:type="dcterms:W3CDTF">2010-04-09T07:36:15Z</dcterms:created>
  <dcterms:modified xsi:type="dcterms:W3CDTF">2026-04-24T10:15:34Z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0x010100096F1BF43DDE004485E7A868D137D60A</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1</vt:i4>
  </property>
  <property fmtid="{D5CDD505-2E9C-101B-9397-08002B2CF9AE}" pid="8" name="PresentationFormat">
    <vt:lpwstr>On-screen Show (4:3)</vt:lpwstr>
  </property>
  <property fmtid="{D5CDD505-2E9C-101B-9397-08002B2CF9AE}" pid="9" name="ScaleCrop">
    <vt:bool>false</vt:bool>
  </property>
  <property fmtid="{D5CDD505-2E9C-101B-9397-08002B2CF9AE}" pid="10" name="ShareDoc">
    <vt:bool>false</vt:bool>
  </property>
  <property fmtid="{D5CDD505-2E9C-101B-9397-08002B2CF9AE}" pid="11" name="Slides">
    <vt:i4>13</vt:i4>
  </property>
</Properties>
</file>